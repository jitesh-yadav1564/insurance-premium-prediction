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651" r:id="rId1"/>
  </p:sldMasterIdLst>
  <p:notesMasterIdLst>
    <p:notesMasterId r:id="rId62"/>
  </p:notesMasterIdLst>
  <p:sldIdLst>
    <p:sldId id="324" r:id="rId2"/>
    <p:sldId id="258" r:id="rId3"/>
    <p:sldId id="259" r:id="rId4"/>
    <p:sldId id="260" r:id="rId5"/>
    <p:sldId id="261" r:id="rId6"/>
    <p:sldId id="262" r:id="rId7"/>
    <p:sldId id="263" r:id="rId8"/>
    <p:sldId id="264" r:id="rId9"/>
    <p:sldId id="266" r:id="rId10"/>
    <p:sldId id="267" r:id="rId11"/>
    <p:sldId id="268" r:id="rId12"/>
    <p:sldId id="323" r:id="rId13"/>
    <p:sldId id="270" r:id="rId14"/>
    <p:sldId id="272" r:id="rId15"/>
    <p:sldId id="273" r:id="rId16"/>
    <p:sldId id="274" r:id="rId17"/>
    <p:sldId id="275" r:id="rId18"/>
    <p:sldId id="276" r:id="rId19"/>
    <p:sldId id="277" r:id="rId20"/>
    <p:sldId id="322" r:id="rId21"/>
    <p:sldId id="279" r:id="rId22"/>
    <p:sldId id="280" r:id="rId23"/>
    <p:sldId id="281"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7" r:id="rId57"/>
    <p:sldId id="315" r:id="rId58"/>
    <p:sldId id="320" r:id="rId59"/>
    <p:sldId id="257" r:id="rId60"/>
    <p:sldId id="321" r:id="rId61"/>
  </p:sldIdLst>
  <p:sldSz cx="9144000" cy="5143500" type="screen16x9"/>
  <p:notesSz cx="6858000" cy="9144000"/>
  <p:embeddedFontLst>
    <p:embeddedFont>
      <p:font typeface="Century Gothic" panose="020B0502020202020204" pitchFamily="34" charset="0"/>
      <p:regular r:id="rId63"/>
      <p:bold r:id="rId64"/>
      <p:italic r:id="rId65"/>
      <p:boldItalic r:id="rId66"/>
    </p:embeddedFont>
    <p:embeddedFont>
      <p:font typeface="Roboto" panose="02000000000000000000" pitchFamily="2" charset="0"/>
      <p:regular r:id="rId67"/>
      <p:bold r:id="rId68"/>
      <p:italic r:id="rId69"/>
      <p:boldItalic r:id="rId70"/>
    </p:embeddedFont>
    <p:embeddedFont>
      <p:font typeface="Wingdings 3" panose="05040102010807070707" pitchFamily="18" charset="2"/>
      <p:regular r:id="rId7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B24B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2C016C-D40C-4914-A20A-E7A9E073A2ED}" v="2416" dt="2025-04-16T22:09:54.388"/>
    <p1510:client id="{C0F16CF5-B24F-AB56-9A20-9F8988DC9B45}" v="166" dt="2025-04-16T17:42:25.9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45" autoAdjust="0"/>
    <p:restoredTop sz="94660"/>
  </p:normalViewPr>
  <p:slideViewPr>
    <p:cSldViewPr snapToGrid="0">
      <p:cViewPr varScale="1">
        <p:scale>
          <a:sx n="111" d="100"/>
          <a:sy n="111" d="100"/>
        </p:scale>
        <p:origin x="369" y="51"/>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2829" y="3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tesh Yadav" userId="6a9b623d2ea8ed9c" providerId="LiveId" clId="{102C016C-D40C-4914-A20A-E7A9E073A2ED}"/>
    <pc:docChg chg="undo custSel addSld delSld modSld sldOrd">
      <pc:chgData name="Jitesh Yadav" userId="6a9b623d2ea8ed9c" providerId="LiveId" clId="{102C016C-D40C-4914-A20A-E7A9E073A2ED}" dt="2025-04-16T22:09:54.387" v="3977" actId="6549"/>
      <pc:docMkLst>
        <pc:docMk/>
      </pc:docMkLst>
      <pc:sldChg chg="del">
        <pc:chgData name="Jitesh Yadav" userId="6a9b623d2ea8ed9c" providerId="LiveId" clId="{102C016C-D40C-4914-A20A-E7A9E073A2ED}" dt="2025-04-16T21:07:18.415" v="3253" actId="47"/>
        <pc:sldMkLst>
          <pc:docMk/>
          <pc:sldMk cId="0" sldId="256"/>
        </pc:sldMkLst>
      </pc:sldChg>
      <pc:sldChg chg="addSp delSp modSp mod ord">
        <pc:chgData name="Jitesh Yadav" userId="6a9b623d2ea8ed9c" providerId="LiveId" clId="{102C016C-D40C-4914-A20A-E7A9E073A2ED}" dt="2025-04-16T22:09:54.387" v="3977" actId="6549"/>
        <pc:sldMkLst>
          <pc:docMk/>
          <pc:sldMk cId="0" sldId="257"/>
        </pc:sldMkLst>
        <pc:spChg chg="add mod">
          <ac:chgData name="Jitesh Yadav" userId="6a9b623d2ea8ed9c" providerId="LiveId" clId="{102C016C-D40C-4914-A20A-E7A9E073A2ED}" dt="2025-04-16T22:02:34.172" v="3888" actId="1076"/>
          <ac:spMkLst>
            <pc:docMk/>
            <pc:sldMk cId="0" sldId="257"/>
            <ac:spMk id="2" creationId="{6DB25319-F7C9-707F-595B-178606345F03}"/>
          </ac:spMkLst>
        </pc:spChg>
        <pc:spChg chg="mod">
          <ac:chgData name="Jitesh Yadav" userId="6a9b623d2ea8ed9c" providerId="LiveId" clId="{102C016C-D40C-4914-A20A-E7A9E073A2ED}" dt="2025-04-16T21:55:29.959" v="3755" actId="20577"/>
          <ac:spMkLst>
            <pc:docMk/>
            <pc:sldMk cId="0" sldId="257"/>
            <ac:spMk id="75" creationId="{00000000-0000-0000-0000-000000000000}"/>
          </ac:spMkLst>
        </pc:spChg>
        <pc:spChg chg="mod">
          <ac:chgData name="Jitesh Yadav" userId="6a9b623d2ea8ed9c" providerId="LiveId" clId="{102C016C-D40C-4914-A20A-E7A9E073A2ED}" dt="2025-04-16T22:09:54.387" v="3977" actId="6549"/>
          <ac:spMkLst>
            <pc:docMk/>
            <pc:sldMk cId="0" sldId="257"/>
            <ac:spMk id="76" creationId="{00000000-0000-0000-0000-000000000000}"/>
          </ac:spMkLst>
        </pc:spChg>
        <pc:picChg chg="add mod">
          <ac:chgData name="Jitesh Yadav" userId="6a9b623d2ea8ed9c" providerId="LiveId" clId="{102C016C-D40C-4914-A20A-E7A9E073A2ED}" dt="2025-04-16T22:09:48.103" v="3976" actId="14100"/>
          <ac:picMkLst>
            <pc:docMk/>
            <pc:sldMk cId="0" sldId="257"/>
            <ac:picMk id="3" creationId="{FE270124-72DE-2296-9A16-93EA9A2CD330}"/>
          </ac:picMkLst>
        </pc:picChg>
        <pc:picChg chg="add del mod">
          <ac:chgData name="Jitesh Yadav" userId="6a9b623d2ea8ed9c" providerId="LiveId" clId="{102C016C-D40C-4914-A20A-E7A9E073A2ED}" dt="2025-04-16T21:55:16.386" v="3754" actId="478"/>
          <ac:picMkLst>
            <pc:docMk/>
            <pc:sldMk cId="0" sldId="257"/>
            <ac:picMk id="74754" creationId="{55BF5ACD-DE58-27C5-5FFC-FF25E243417D}"/>
          </ac:picMkLst>
        </pc:picChg>
      </pc:sldChg>
      <pc:sldChg chg="modSp">
        <pc:chgData name="Jitesh Yadav" userId="6a9b623d2ea8ed9c" providerId="LiveId" clId="{102C016C-D40C-4914-A20A-E7A9E073A2ED}" dt="2025-04-16T21:27:28.665" v="3735"/>
        <pc:sldMkLst>
          <pc:docMk/>
          <pc:sldMk cId="0" sldId="259"/>
        </pc:sldMkLst>
        <pc:spChg chg="mod">
          <ac:chgData name="Jitesh Yadav" userId="6a9b623d2ea8ed9c" providerId="LiveId" clId="{102C016C-D40C-4914-A20A-E7A9E073A2ED}" dt="2025-04-16T21:27:28.665" v="3735"/>
          <ac:spMkLst>
            <pc:docMk/>
            <pc:sldMk cId="0" sldId="259"/>
            <ac:spMk id="88" creationId="{00000000-0000-0000-0000-000000000000}"/>
          </ac:spMkLst>
        </pc:spChg>
      </pc:sldChg>
      <pc:sldChg chg="delSp modSp">
        <pc:chgData name="Jitesh Yadav" userId="6a9b623d2ea8ed9c" providerId="LiveId" clId="{102C016C-D40C-4914-A20A-E7A9E073A2ED}" dt="2025-04-16T22:05:43.525" v="3975"/>
        <pc:sldMkLst>
          <pc:docMk/>
          <pc:sldMk cId="0" sldId="261"/>
        </pc:sldMkLst>
        <pc:spChg chg="del">
          <ac:chgData name="Jitesh Yadav" userId="6a9b623d2ea8ed9c" providerId="LiveId" clId="{102C016C-D40C-4914-A20A-E7A9E073A2ED}" dt="2025-04-16T21:27:28.665" v="3735"/>
          <ac:spMkLst>
            <pc:docMk/>
            <pc:sldMk cId="0" sldId="261"/>
            <ac:spMk id="100" creationId="{00000000-0000-0000-0000-000000000000}"/>
          </ac:spMkLst>
        </pc:spChg>
        <pc:graphicFrameChg chg="mod">
          <ac:chgData name="Jitesh Yadav" userId="6a9b623d2ea8ed9c" providerId="LiveId" clId="{102C016C-D40C-4914-A20A-E7A9E073A2ED}" dt="2025-04-16T22:05:43.525" v="3975"/>
          <ac:graphicFrameMkLst>
            <pc:docMk/>
            <pc:sldMk cId="0" sldId="261"/>
            <ac:graphicFrameMk id="5" creationId="{EA7293CD-6E8D-A246-1015-5E8CFBC2D7A8}"/>
          </ac:graphicFrameMkLst>
        </pc:graphicFrameChg>
      </pc:sldChg>
      <pc:sldChg chg="modSp">
        <pc:chgData name="Jitesh Yadav" userId="6a9b623d2ea8ed9c" providerId="LiveId" clId="{102C016C-D40C-4914-A20A-E7A9E073A2ED}" dt="2025-04-16T21:35:12.983" v="3751"/>
        <pc:sldMkLst>
          <pc:docMk/>
          <pc:sldMk cId="0" sldId="262"/>
        </pc:sldMkLst>
        <pc:spChg chg="mod">
          <ac:chgData name="Jitesh Yadav" userId="6a9b623d2ea8ed9c" providerId="LiveId" clId="{102C016C-D40C-4914-A20A-E7A9E073A2ED}" dt="2025-04-16T21:35:12.983" v="3751"/>
          <ac:spMkLst>
            <pc:docMk/>
            <pc:sldMk cId="0" sldId="262"/>
            <ac:spMk id="105" creationId="{00000000-0000-0000-0000-000000000000}"/>
          </ac:spMkLst>
        </pc:spChg>
      </pc:sldChg>
      <pc:sldChg chg="modSp">
        <pc:chgData name="Jitesh Yadav" userId="6a9b623d2ea8ed9c" providerId="LiveId" clId="{102C016C-D40C-4914-A20A-E7A9E073A2ED}" dt="2025-04-16T21:35:12.983" v="3751"/>
        <pc:sldMkLst>
          <pc:docMk/>
          <pc:sldMk cId="0" sldId="263"/>
        </pc:sldMkLst>
        <pc:spChg chg="mod">
          <ac:chgData name="Jitesh Yadav" userId="6a9b623d2ea8ed9c" providerId="LiveId" clId="{102C016C-D40C-4914-A20A-E7A9E073A2ED}" dt="2025-04-16T21:35:12.983" v="3751"/>
          <ac:spMkLst>
            <pc:docMk/>
            <pc:sldMk cId="0" sldId="263"/>
            <ac:spMk id="112" creationId="{00000000-0000-0000-0000-000000000000}"/>
          </ac:spMkLst>
        </pc:spChg>
      </pc:sldChg>
      <pc:sldChg chg="modSp">
        <pc:chgData name="Jitesh Yadav" userId="6a9b623d2ea8ed9c" providerId="LiveId" clId="{102C016C-D40C-4914-A20A-E7A9E073A2ED}" dt="2025-04-16T21:35:12.983" v="3751"/>
        <pc:sldMkLst>
          <pc:docMk/>
          <pc:sldMk cId="0" sldId="264"/>
        </pc:sldMkLst>
        <pc:spChg chg="mod">
          <ac:chgData name="Jitesh Yadav" userId="6a9b623d2ea8ed9c" providerId="LiveId" clId="{102C016C-D40C-4914-A20A-E7A9E073A2ED}" dt="2025-04-16T21:35:12.983" v="3751"/>
          <ac:spMkLst>
            <pc:docMk/>
            <pc:sldMk cId="0" sldId="264"/>
            <ac:spMk id="119" creationId="{00000000-0000-0000-0000-000000000000}"/>
          </ac:spMkLst>
        </pc:spChg>
      </pc:sldChg>
      <pc:sldChg chg="modSp mod">
        <pc:chgData name="Jitesh Yadav" userId="6a9b623d2ea8ed9c" providerId="LiveId" clId="{102C016C-D40C-4914-A20A-E7A9E073A2ED}" dt="2025-04-16T21:35:12.983" v="3751"/>
        <pc:sldMkLst>
          <pc:docMk/>
          <pc:sldMk cId="0" sldId="266"/>
        </pc:sldMkLst>
        <pc:spChg chg="mod">
          <ac:chgData name="Jitesh Yadav" userId="6a9b623d2ea8ed9c" providerId="LiveId" clId="{102C016C-D40C-4914-A20A-E7A9E073A2ED}" dt="2025-04-16T21:35:12.983" v="3751"/>
          <ac:spMkLst>
            <pc:docMk/>
            <pc:sldMk cId="0" sldId="266"/>
            <ac:spMk id="132" creationId="{00000000-0000-0000-0000-000000000000}"/>
          </ac:spMkLst>
        </pc:spChg>
        <pc:spChg chg="mod">
          <ac:chgData name="Jitesh Yadav" userId="6a9b623d2ea8ed9c" providerId="LiveId" clId="{102C016C-D40C-4914-A20A-E7A9E073A2ED}" dt="2025-04-16T17:20:11.427" v="178" actId="12"/>
          <ac:spMkLst>
            <pc:docMk/>
            <pc:sldMk cId="0" sldId="266"/>
            <ac:spMk id="133" creationId="{00000000-0000-0000-0000-000000000000}"/>
          </ac:spMkLst>
        </pc:spChg>
      </pc:sldChg>
      <pc:sldChg chg="modSp">
        <pc:chgData name="Jitesh Yadav" userId="6a9b623d2ea8ed9c" providerId="LiveId" clId="{102C016C-D40C-4914-A20A-E7A9E073A2ED}" dt="2025-04-16T21:27:28.665" v="3735"/>
        <pc:sldMkLst>
          <pc:docMk/>
          <pc:sldMk cId="0" sldId="267"/>
        </pc:sldMkLst>
        <pc:spChg chg="mod">
          <ac:chgData name="Jitesh Yadav" userId="6a9b623d2ea8ed9c" providerId="LiveId" clId="{102C016C-D40C-4914-A20A-E7A9E073A2ED}" dt="2025-04-16T21:27:28.665" v="3735"/>
          <ac:spMkLst>
            <pc:docMk/>
            <pc:sldMk cId="0" sldId="267"/>
            <ac:spMk id="140" creationId="{00000000-0000-0000-0000-000000000000}"/>
          </ac:spMkLst>
        </pc:spChg>
      </pc:sldChg>
      <pc:sldChg chg="modSp">
        <pc:chgData name="Jitesh Yadav" userId="6a9b623d2ea8ed9c" providerId="LiveId" clId="{102C016C-D40C-4914-A20A-E7A9E073A2ED}" dt="2025-04-16T21:35:12.983" v="3751"/>
        <pc:sldMkLst>
          <pc:docMk/>
          <pc:sldMk cId="0" sldId="268"/>
        </pc:sldMkLst>
        <pc:spChg chg="mod">
          <ac:chgData name="Jitesh Yadav" userId="6a9b623d2ea8ed9c" providerId="LiveId" clId="{102C016C-D40C-4914-A20A-E7A9E073A2ED}" dt="2025-04-16T21:35:12.983" v="3751"/>
          <ac:spMkLst>
            <pc:docMk/>
            <pc:sldMk cId="0" sldId="268"/>
            <ac:spMk id="146" creationId="{00000000-0000-0000-0000-000000000000}"/>
          </ac:spMkLst>
        </pc:spChg>
      </pc:sldChg>
      <pc:sldChg chg="modSp">
        <pc:chgData name="Jitesh Yadav" userId="6a9b623d2ea8ed9c" providerId="LiveId" clId="{102C016C-D40C-4914-A20A-E7A9E073A2ED}" dt="2025-04-16T21:35:12.983" v="3751"/>
        <pc:sldMkLst>
          <pc:docMk/>
          <pc:sldMk cId="0" sldId="270"/>
        </pc:sldMkLst>
        <pc:spChg chg="mod">
          <ac:chgData name="Jitesh Yadav" userId="6a9b623d2ea8ed9c" providerId="LiveId" clId="{102C016C-D40C-4914-A20A-E7A9E073A2ED}" dt="2025-04-16T21:35:12.983" v="3751"/>
          <ac:spMkLst>
            <pc:docMk/>
            <pc:sldMk cId="0" sldId="270"/>
            <ac:spMk id="159" creationId="{00000000-0000-0000-0000-000000000000}"/>
          </ac:spMkLst>
        </pc:spChg>
      </pc:sldChg>
      <pc:sldChg chg="modSp mod">
        <pc:chgData name="Jitesh Yadav" userId="6a9b623d2ea8ed9c" providerId="LiveId" clId="{102C016C-D40C-4914-A20A-E7A9E073A2ED}" dt="2025-04-16T21:35:12.983" v="3751"/>
        <pc:sldMkLst>
          <pc:docMk/>
          <pc:sldMk cId="0" sldId="272"/>
        </pc:sldMkLst>
        <pc:spChg chg="mod">
          <ac:chgData name="Jitesh Yadav" userId="6a9b623d2ea8ed9c" providerId="LiveId" clId="{102C016C-D40C-4914-A20A-E7A9E073A2ED}" dt="2025-04-16T21:35:12.983" v="3751"/>
          <ac:spMkLst>
            <pc:docMk/>
            <pc:sldMk cId="0" sldId="272"/>
            <ac:spMk id="172" creationId="{00000000-0000-0000-0000-000000000000}"/>
          </ac:spMkLst>
        </pc:spChg>
        <pc:picChg chg="mod">
          <ac:chgData name="Jitesh Yadav" userId="6a9b623d2ea8ed9c" providerId="LiveId" clId="{102C016C-D40C-4914-A20A-E7A9E073A2ED}" dt="2025-04-16T21:35:11.904" v="3750" actId="14100"/>
          <ac:picMkLst>
            <pc:docMk/>
            <pc:sldMk cId="0" sldId="272"/>
            <ac:picMk id="174" creationId="{00000000-0000-0000-0000-000000000000}"/>
          </ac:picMkLst>
        </pc:picChg>
      </pc:sldChg>
      <pc:sldChg chg="modSp mod">
        <pc:chgData name="Jitesh Yadav" userId="6a9b623d2ea8ed9c" providerId="LiveId" clId="{102C016C-D40C-4914-A20A-E7A9E073A2ED}" dt="2025-04-16T21:35:12.983" v="3751"/>
        <pc:sldMkLst>
          <pc:docMk/>
          <pc:sldMk cId="0" sldId="273"/>
        </pc:sldMkLst>
        <pc:spChg chg="mod">
          <ac:chgData name="Jitesh Yadav" userId="6a9b623d2ea8ed9c" providerId="LiveId" clId="{102C016C-D40C-4914-A20A-E7A9E073A2ED}" dt="2025-04-16T21:35:12.983" v="3751"/>
          <ac:spMkLst>
            <pc:docMk/>
            <pc:sldMk cId="0" sldId="273"/>
            <ac:spMk id="179" creationId="{00000000-0000-0000-0000-000000000000}"/>
          </ac:spMkLst>
        </pc:spChg>
        <pc:picChg chg="mod">
          <ac:chgData name="Jitesh Yadav" userId="6a9b623d2ea8ed9c" providerId="LiveId" clId="{102C016C-D40C-4914-A20A-E7A9E073A2ED}" dt="2025-04-16T21:35:11.247" v="3749" actId="14100"/>
          <ac:picMkLst>
            <pc:docMk/>
            <pc:sldMk cId="0" sldId="273"/>
            <ac:picMk id="181" creationId="{00000000-0000-0000-0000-000000000000}"/>
          </ac:picMkLst>
        </pc:picChg>
      </pc:sldChg>
      <pc:sldChg chg="modSp mod">
        <pc:chgData name="Jitesh Yadav" userId="6a9b623d2ea8ed9c" providerId="LiveId" clId="{102C016C-D40C-4914-A20A-E7A9E073A2ED}" dt="2025-04-16T21:35:12.983" v="3751"/>
        <pc:sldMkLst>
          <pc:docMk/>
          <pc:sldMk cId="0" sldId="274"/>
        </pc:sldMkLst>
        <pc:spChg chg="mod">
          <ac:chgData name="Jitesh Yadav" userId="6a9b623d2ea8ed9c" providerId="LiveId" clId="{102C016C-D40C-4914-A20A-E7A9E073A2ED}" dt="2025-04-16T21:35:12.983" v="3751"/>
          <ac:spMkLst>
            <pc:docMk/>
            <pc:sldMk cId="0" sldId="274"/>
            <ac:spMk id="186" creationId="{00000000-0000-0000-0000-000000000000}"/>
          </ac:spMkLst>
        </pc:spChg>
        <pc:picChg chg="mod">
          <ac:chgData name="Jitesh Yadav" userId="6a9b623d2ea8ed9c" providerId="LiveId" clId="{102C016C-D40C-4914-A20A-E7A9E073A2ED}" dt="2025-04-16T21:35:10.682" v="3748" actId="1076"/>
          <ac:picMkLst>
            <pc:docMk/>
            <pc:sldMk cId="0" sldId="274"/>
            <ac:picMk id="188" creationId="{00000000-0000-0000-0000-000000000000}"/>
          </ac:picMkLst>
        </pc:picChg>
      </pc:sldChg>
      <pc:sldChg chg="modSp">
        <pc:chgData name="Jitesh Yadav" userId="6a9b623d2ea8ed9c" providerId="LiveId" clId="{102C016C-D40C-4914-A20A-E7A9E073A2ED}" dt="2025-04-16T21:35:12.983" v="3751"/>
        <pc:sldMkLst>
          <pc:docMk/>
          <pc:sldMk cId="0" sldId="275"/>
        </pc:sldMkLst>
        <pc:spChg chg="mod">
          <ac:chgData name="Jitesh Yadav" userId="6a9b623d2ea8ed9c" providerId="LiveId" clId="{102C016C-D40C-4914-A20A-E7A9E073A2ED}" dt="2025-04-16T21:35:12.983" v="3751"/>
          <ac:spMkLst>
            <pc:docMk/>
            <pc:sldMk cId="0" sldId="275"/>
            <ac:spMk id="193" creationId="{00000000-0000-0000-0000-000000000000}"/>
          </ac:spMkLst>
        </pc:spChg>
      </pc:sldChg>
      <pc:sldChg chg="modSp">
        <pc:chgData name="Jitesh Yadav" userId="6a9b623d2ea8ed9c" providerId="LiveId" clId="{102C016C-D40C-4914-A20A-E7A9E073A2ED}" dt="2025-04-16T21:35:12.983" v="3751"/>
        <pc:sldMkLst>
          <pc:docMk/>
          <pc:sldMk cId="0" sldId="276"/>
        </pc:sldMkLst>
        <pc:spChg chg="mod">
          <ac:chgData name="Jitesh Yadav" userId="6a9b623d2ea8ed9c" providerId="LiveId" clId="{102C016C-D40C-4914-A20A-E7A9E073A2ED}" dt="2025-04-16T21:35:12.983" v="3751"/>
          <ac:spMkLst>
            <pc:docMk/>
            <pc:sldMk cId="0" sldId="276"/>
            <ac:spMk id="200" creationId="{00000000-0000-0000-0000-000000000000}"/>
          </ac:spMkLst>
        </pc:spChg>
      </pc:sldChg>
      <pc:sldChg chg="modSp">
        <pc:chgData name="Jitesh Yadav" userId="6a9b623d2ea8ed9c" providerId="LiveId" clId="{102C016C-D40C-4914-A20A-E7A9E073A2ED}" dt="2025-04-16T21:35:12.983" v="3751"/>
        <pc:sldMkLst>
          <pc:docMk/>
          <pc:sldMk cId="0" sldId="277"/>
        </pc:sldMkLst>
        <pc:spChg chg="mod">
          <ac:chgData name="Jitesh Yadav" userId="6a9b623d2ea8ed9c" providerId="LiveId" clId="{102C016C-D40C-4914-A20A-E7A9E073A2ED}" dt="2025-04-16T21:35:12.983" v="3751"/>
          <ac:spMkLst>
            <pc:docMk/>
            <pc:sldMk cId="0" sldId="277"/>
            <ac:spMk id="206" creationId="{00000000-0000-0000-0000-000000000000}"/>
          </ac:spMkLst>
        </pc:spChg>
      </pc:sldChg>
      <pc:sldChg chg="modSp">
        <pc:chgData name="Jitesh Yadav" userId="6a9b623d2ea8ed9c" providerId="LiveId" clId="{102C016C-D40C-4914-A20A-E7A9E073A2ED}" dt="2025-04-16T21:35:12.983" v="3751"/>
        <pc:sldMkLst>
          <pc:docMk/>
          <pc:sldMk cId="0" sldId="280"/>
        </pc:sldMkLst>
        <pc:spChg chg="mod">
          <ac:chgData name="Jitesh Yadav" userId="6a9b623d2ea8ed9c" providerId="LiveId" clId="{102C016C-D40C-4914-A20A-E7A9E073A2ED}" dt="2025-04-16T21:35:12.983" v="3751"/>
          <ac:spMkLst>
            <pc:docMk/>
            <pc:sldMk cId="0" sldId="280"/>
            <ac:spMk id="225" creationId="{00000000-0000-0000-0000-000000000000}"/>
          </ac:spMkLst>
        </pc:spChg>
      </pc:sldChg>
      <pc:sldChg chg="modSp mod">
        <pc:chgData name="Jitesh Yadav" userId="6a9b623d2ea8ed9c" providerId="LiveId" clId="{102C016C-D40C-4914-A20A-E7A9E073A2ED}" dt="2025-04-16T21:35:12.983" v="3751"/>
        <pc:sldMkLst>
          <pc:docMk/>
          <pc:sldMk cId="0" sldId="281"/>
        </pc:sldMkLst>
        <pc:spChg chg="mod">
          <ac:chgData name="Jitesh Yadav" userId="6a9b623d2ea8ed9c" providerId="LiveId" clId="{102C016C-D40C-4914-A20A-E7A9E073A2ED}" dt="2025-04-16T21:35:12.983" v="3751"/>
          <ac:spMkLst>
            <pc:docMk/>
            <pc:sldMk cId="0" sldId="281"/>
            <ac:spMk id="231" creationId="{00000000-0000-0000-0000-000000000000}"/>
          </ac:spMkLst>
        </pc:spChg>
        <pc:spChg chg="mod">
          <ac:chgData name="Jitesh Yadav" userId="6a9b623d2ea8ed9c" providerId="LiveId" clId="{102C016C-D40C-4914-A20A-E7A9E073A2ED}" dt="2025-04-16T17:11:20.653" v="1" actId="255"/>
          <ac:spMkLst>
            <pc:docMk/>
            <pc:sldMk cId="0" sldId="281"/>
            <ac:spMk id="232" creationId="{00000000-0000-0000-0000-000000000000}"/>
          </ac:spMkLst>
        </pc:spChg>
      </pc:sldChg>
      <pc:sldChg chg="del">
        <pc:chgData name="Jitesh Yadav" userId="6a9b623d2ea8ed9c" providerId="LiveId" clId="{102C016C-D40C-4914-A20A-E7A9E073A2ED}" dt="2025-04-16T17:11:47.881" v="2" actId="2696"/>
        <pc:sldMkLst>
          <pc:docMk/>
          <pc:sldMk cId="0" sldId="282"/>
        </pc:sldMkLst>
      </pc:sldChg>
      <pc:sldChg chg="modSp mod">
        <pc:chgData name="Jitesh Yadav" userId="6a9b623d2ea8ed9c" providerId="LiveId" clId="{102C016C-D40C-4914-A20A-E7A9E073A2ED}" dt="2025-04-16T21:35:12.983" v="3751"/>
        <pc:sldMkLst>
          <pc:docMk/>
          <pc:sldMk cId="0" sldId="283"/>
        </pc:sldMkLst>
        <pc:spChg chg="mod">
          <ac:chgData name="Jitesh Yadav" userId="6a9b623d2ea8ed9c" providerId="LiveId" clId="{102C016C-D40C-4914-A20A-E7A9E073A2ED}" dt="2025-04-16T21:35:12.983" v="3751"/>
          <ac:spMkLst>
            <pc:docMk/>
            <pc:sldMk cId="0" sldId="283"/>
            <ac:spMk id="243" creationId="{00000000-0000-0000-0000-000000000000}"/>
          </ac:spMkLst>
        </pc:spChg>
        <pc:spChg chg="mod">
          <ac:chgData name="Jitesh Yadav" userId="6a9b623d2ea8ed9c" providerId="LiveId" clId="{102C016C-D40C-4914-A20A-E7A9E073A2ED}" dt="2025-04-16T21:27:28.665" v="3735"/>
          <ac:spMkLst>
            <pc:docMk/>
            <pc:sldMk cId="0" sldId="283"/>
            <ac:spMk id="244" creationId="{00000000-0000-0000-0000-000000000000}"/>
          </ac:spMkLst>
        </pc:spChg>
      </pc:sldChg>
      <pc:sldChg chg="delSp modSp mod">
        <pc:chgData name="Jitesh Yadav" userId="6a9b623d2ea8ed9c" providerId="LiveId" clId="{102C016C-D40C-4914-A20A-E7A9E073A2ED}" dt="2025-04-16T21:35:12.983" v="3751"/>
        <pc:sldMkLst>
          <pc:docMk/>
          <pc:sldMk cId="0" sldId="284"/>
        </pc:sldMkLst>
        <pc:spChg chg="mod">
          <ac:chgData name="Jitesh Yadav" userId="6a9b623d2ea8ed9c" providerId="LiveId" clId="{102C016C-D40C-4914-A20A-E7A9E073A2ED}" dt="2025-04-16T21:35:12.983" v="3751"/>
          <ac:spMkLst>
            <pc:docMk/>
            <pc:sldMk cId="0" sldId="284"/>
            <ac:spMk id="249" creationId="{00000000-0000-0000-0000-000000000000}"/>
          </ac:spMkLst>
        </pc:spChg>
        <pc:spChg chg="del mod">
          <ac:chgData name="Jitesh Yadav" userId="6a9b623d2ea8ed9c" providerId="LiveId" clId="{102C016C-D40C-4914-A20A-E7A9E073A2ED}" dt="2025-04-16T17:34:35.551" v="319" actId="478"/>
          <ac:spMkLst>
            <pc:docMk/>
            <pc:sldMk cId="0" sldId="284"/>
            <ac:spMk id="250" creationId="{00000000-0000-0000-0000-000000000000}"/>
          </ac:spMkLst>
        </pc:spChg>
        <pc:picChg chg="mod">
          <ac:chgData name="Jitesh Yadav" userId="6a9b623d2ea8ed9c" providerId="LiveId" clId="{102C016C-D40C-4914-A20A-E7A9E073A2ED}" dt="2025-04-16T17:34:59.710" v="325" actId="14100"/>
          <ac:picMkLst>
            <pc:docMk/>
            <pc:sldMk cId="0" sldId="284"/>
            <ac:picMk id="251" creationId="{00000000-0000-0000-0000-000000000000}"/>
          </ac:picMkLst>
        </pc:picChg>
      </pc:sldChg>
      <pc:sldChg chg="modSp mod">
        <pc:chgData name="Jitesh Yadav" userId="6a9b623d2ea8ed9c" providerId="LiveId" clId="{102C016C-D40C-4914-A20A-E7A9E073A2ED}" dt="2025-04-16T21:35:12.983" v="3751"/>
        <pc:sldMkLst>
          <pc:docMk/>
          <pc:sldMk cId="0" sldId="285"/>
        </pc:sldMkLst>
        <pc:spChg chg="mod">
          <ac:chgData name="Jitesh Yadav" userId="6a9b623d2ea8ed9c" providerId="LiveId" clId="{102C016C-D40C-4914-A20A-E7A9E073A2ED}" dt="2025-04-16T21:35:12.983" v="3751"/>
          <ac:spMkLst>
            <pc:docMk/>
            <pc:sldMk cId="0" sldId="285"/>
            <ac:spMk id="256" creationId="{00000000-0000-0000-0000-000000000000}"/>
          </ac:spMkLst>
        </pc:spChg>
        <pc:spChg chg="mod">
          <ac:chgData name="Jitesh Yadav" userId="6a9b623d2ea8ed9c" providerId="LiveId" clId="{102C016C-D40C-4914-A20A-E7A9E073A2ED}" dt="2025-04-16T17:37:30.521" v="354" actId="255"/>
          <ac:spMkLst>
            <pc:docMk/>
            <pc:sldMk cId="0" sldId="285"/>
            <ac:spMk id="257" creationId="{00000000-0000-0000-0000-000000000000}"/>
          </ac:spMkLst>
        </pc:spChg>
      </pc:sldChg>
      <pc:sldChg chg="modSp mod">
        <pc:chgData name="Jitesh Yadav" userId="6a9b623d2ea8ed9c" providerId="LiveId" clId="{102C016C-D40C-4914-A20A-E7A9E073A2ED}" dt="2025-04-16T17:48:04.842" v="395" actId="122"/>
        <pc:sldMkLst>
          <pc:docMk/>
          <pc:sldMk cId="0" sldId="286"/>
        </pc:sldMkLst>
        <pc:spChg chg="mod">
          <ac:chgData name="Jitesh Yadav" userId="6a9b623d2ea8ed9c" providerId="LiveId" clId="{102C016C-D40C-4914-A20A-E7A9E073A2ED}" dt="2025-04-16T17:48:04.842" v="395" actId="122"/>
          <ac:spMkLst>
            <pc:docMk/>
            <pc:sldMk cId="0" sldId="286"/>
            <ac:spMk id="262" creationId="{00000000-0000-0000-0000-000000000000}"/>
          </ac:spMkLst>
        </pc:spChg>
        <pc:spChg chg="mod">
          <ac:chgData name="Jitesh Yadav" userId="6a9b623d2ea8ed9c" providerId="LiveId" clId="{102C016C-D40C-4914-A20A-E7A9E073A2ED}" dt="2025-04-16T17:46:35.029" v="388" actId="255"/>
          <ac:spMkLst>
            <pc:docMk/>
            <pc:sldMk cId="0" sldId="286"/>
            <ac:spMk id="263" creationId="{00000000-0000-0000-0000-000000000000}"/>
          </ac:spMkLst>
        </pc:spChg>
        <pc:picChg chg="mod">
          <ac:chgData name="Jitesh Yadav" userId="6a9b623d2ea8ed9c" providerId="LiveId" clId="{102C016C-D40C-4914-A20A-E7A9E073A2ED}" dt="2025-04-16T17:46:39.207" v="389" actId="1076"/>
          <ac:picMkLst>
            <pc:docMk/>
            <pc:sldMk cId="0" sldId="286"/>
            <ac:picMk id="264" creationId="{00000000-0000-0000-0000-000000000000}"/>
          </ac:picMkLst>
        </pc:picChg>
        <pc:picChg chg="mod">
          <ac:chgData name="Jitesh Yadav" userId="6a9b623d2ea8ed9c" providerId="LiveId" clId="{102C016C-D40C-4914-A20A-E7A9E073A2ED}" dt="2025-04-16T17:46:58.850" v="390" actId="1076"/>
          <ac:picMkLst>
            <pc:docMk/>
            <pc:sldMk cId="0" sldId="286"/>
            <ac:picMk id="265" creationId="{00000000-0000-0000-0000-000000000000}"/>
          </ac:picMkLst>
        </pc:picChg>
      </pc:sldChg>
      <pc:sldChg chg="delSp modSp mod">
        <pc:chgData name="Jitesh Yadav" userId="6a9b623d2ea8ed9c" providerId="LiveId" clId="{102C016C-D40C-4914-A20A-E7A9E073A2ED}" dt="2025-04-16T17:53:22.658" v="430" actId="1076"/>
        <pc:sldMkLst>
          <pc:docMk/>
          <pc:sldMk cId="0" sldId="287"/>
        </pc:sldMkLst>
        <pc:spChg chg="del mod">
          <ac:chgData name="Jitesh Yadav" userId="6a9b623d2ea8ed9c" providerId="LiveId" clId="{102C016C-D40C-4914-A20A-E7A9E073A2ED}" dt="2025-04-16T17:48:50.170" v="397" actId="478"/>
          <ac:spMkLst>
            <pc:docMk/>
            <pc:sldMk cId="0" sldId="287"/>
            <ac:spMk id="270" creationId="{00000000-0000-0000-0000-000000000000}"/>
          </ac:spMkLst>
        </pc:spChg>
        <pc:spChg chg="mod">
          <ac:chgData name="Jitesh Yadav" userId="6a9b623d2ea8ed9c" providerId="LiveId" clId="{102C016C-D40C-4914-A20A-E7A9E073A2ED}" dt="2025-04-16T17:53:14.691" v="429" actId="20577"/>
          <ac:spMkLst>
            <pc:docMk/>
            <pc:sldMk cId="0" sldId="287"/>
            <ac:spMk id="271" creationId="{00000000-0000-0000-0000-000000000000}"/>
          </ac:spMkLst>
        </pc:spChg>
        <pc:picChg chg="mod">
          <ac:chgData name="Jitesh Yadav" userId="6a9b623d2ea8ed9c" providerId="LiveId" clId="{102C016C-D40C-4914-A20A-E7A9E073A2ED}" dt="2025-04-16T17:49:23.887" v="402" actId="1076"/>
          <ac:picMkLst>
            <pc:docMk/>
            <pc:sldMk cId="0" sldId="287"/>
            <ac:picMk id="272" creationId="{00000000-0000-0000-0000-000000000000}"/>
          </ac:picMkLst>
        </pc:picChg>
        <pc:picChg chg="mod">
          <ac:chgData name="Jitesh Yadav" userId="6a9b623d2ea8ed9c" providerId="LiveId" clId="{102C016C-D40C-4914-A20A-E7A9E073A2ED}" dt="2025-04-16T17:51:18.646" v="423" actId="1076"/>
          <ac:picMkLst>
            <pc:docMk/>
            <pc:sldMk cId="0" sldId="287"/>
            <ac:picMk id="273" creationId="{00000000-0000-0000-0000-000000000000}"/>
          </ac:picMkLst>
        </pc:picChg>
        <pc:picChg chg="mod">
          <ac:chgData name="Jitesh Yadav" userId="6a9b623d2ea8ed9c" providerId="LiveId" clId="{102C016C-D40C-4914-A20A-E7A9E073A2ED}" dt="2025-04-16T17:51:12.585" v="422" actId="14100"/>
          <ac:picMkLst>
            <pc:docMk/>
            <pc:sldMk cId="0" sldId="287"/>
            <ac:picMk id="274" creationId="{00000000-0000-0000-0000-000000000000}"/>
          </ac:picMkLst>
        </pc:picChg>
        <pc:picChg chg="mod">
          <ac:chgData name="Jitesh Yadav" userId="6a9b623d2ea8ed9c" providerId="LiveId" clId="{102C016C-D40C-4914-A20A-E7A9E073A2ED}" dt="2025-04-16T17:53:22.658" v="430" actId="1076"/>
          <ac:picMkLst>
            <pc:docMk/>
            <pc:sldMk cId="0" sldId="287"/>
            <ac:picMk id="275" creationId="{00000000-0000-0000-0000-000000000000}"/>
          </ac:picMkLst>
        </pc:picChg>
      </pc:sldChg>
      <pc:sldChg chg="delSp modSp mod">
        <pc:chgData name="Jitesh Yadav" userId="6a9b623d2ea8ed9c" providerId="LiveId" clId="{102C016C-D40C-4914-A20A-E7A9E073A2ED}" dt="2025-04-16T18:06:54.366" v="505" actId="20577"/>
        <pc:sldMkLst>
          <pc:docMk/>
          <pc:sldMk cId="0" sldId="288"/>
        </pc:sldMkLst>
        <pc:spChg chg="del">
          <ac:chgData name="Jitesh Yadav" userId="6a9b623d2ea8ed9c" providerId="LiveId" clId="{102C016C-D40C-4914-A20A-E7A9E073A2ED}" dt="2025-04-16T17:53:57.410" v="431" actId="478"/>
          <ac:spMkLst>
            <pc:docMk/>
            <pc:sldMk cId="0" sldId="288"/>
            <ac:spMk id="280" creationId="{00000000-0000-0000-0000-000000000000}"/>
          </ac:spMkLst>
        </pc:spChg>
        <pc:spChg chg="mod">
          <ac:chgData name="Jitesh Yadav" userId="6a9b623d2ea8ed9c" providerId="LiveId" clId="{102C016C-D40C-4914-A20A-E7A9E073A2ED}" dt="2025-04-16T18:06:54.366" v="505" actId="20577"/>
          <ac:spMkLst>
            <pc:docMk/>
            <pc:sldMk cId="0" sldId="288"/>
            <ac:spMk id="281" creationId="{00000000-0000-0000-0000-000000000000}"/>
          </ac:spMkLst>
        </pc:spChg>
      </pc:sldChg>
      <pc:sldChg chg="delSp modSp mod ord">
        <pc:chgData name="Jitesh Yadav" userId="6a9b623d2ea8ed9c" providerId="LiveId" clId="{102C016C-D40C-4914-A20A-E7A9E073A2ED}" dt="2025-04-16T21:27:28.665" v="3735"/>
        <pc:sldMkLst>
          <pc:docMk/>
          <pc:sldMk cId="0" sldId="289"/>
        </pc:sldMkLst>
        <pc:spChg chg="del">
          <ac:chgData name="Jitesh Yadav" userId="6a9b623d2ea8ed9c" providerId="LiveId" clId="{102C016C-D40C-4914-A20A-E7A9E073A2ED}" dt="2025-04-16T17:58:33.577" v="451" actId="478"/>
          <ac:spMkLst>
            <pc:docMk/>
            <pc:sldMk cId="0" sldId="289"/>
            <ac:spMk id="286" creationId="{00000000-0000-0000-0000-000000000000}"/>
          </ac:spMkLst>
        </pc:spChg>
        <pc:spChg chg="mod">
          <ac:chgData name="Jitesh Yadav" userId="6a9b623d2ea8ed9c" providerId="LiveId" clId="{102C016C-D40C-4914-A20A-E7A9E073A2ED}" dt="2025-04-16T21:27:28.665" v="3735"/>
          <ac:spMkLst>
            <pc:docMk/>
            <pc:sldMk cId="0" sldId="289"/>
            <ac:spMk id="287" creationId="{00000000-0000-0000-0000-000000000000}"/>
          </ac:spMkLst>
        </pc:spChg>
      </pc:sldChg>
      <pc:sldChg chg="modSp mod ord">
        <pc:chgData name="Jitesh Yadav" userId="6a9b623d2ea8ed9c" providerId="LiveId" clId="{102C016C-D40C-4914-A20A-E7A9E073A2ED}" dt="2025-04-16T18:02:46.020" v="482" actId="14100"/>
        <pc:sldMkLst>
          <pc:docMk/>
          <pc:sldMk cId="0" sldId="290"/>
        </pc:sldMkLst>
        <pc:spChg chg="mod">
          <ac:chgData name="Jitesh Yadav" userId="6a9b623d2ea8ed9c" providerId="LiveId" clId="{102C016C-D40C-4914-A20A-E7A9E073A2ED}" dt="2025-04-16T18:02:13.530" v="478" actId="122"/>
          <ac:spMkLst>
            <pc:docMk/>
            <pc:sldMk cId="0" sldId="290"/>
            <ac:spMk id="292" creationId="{00000000-0000-0000-0000-000000000000}"/>
          </ac:spMkLst>
        </pc:spChg>
        <pc:picChg chg="mod">
          <ac:chgData name="Jitesh Yadav" userId="6a9b623d2ea8ed9c" providerId="LiveId" clId="{102C016C-D40C-4914-A20A-E7A9E073A2ED}" dt="2025-04-16T18:02:46.020" v="482" actId="14100"/>
          <ac:picMkLst>
            <pc:docMk/>
            <pc:sldMk cId="0" sldId="290"/>
            <ac:picMk id="294" creationId="{00000000-0000-0000-0000-000000000000}"/>
          </ac:picMkLst>
        </pc:picChg>
      </pc:sldChg>
      <pc:sldChg chg="modSp mod">
        <pc:chgData name="Jitesh Yadav" userId="6a9b623d2ea8ed9c" providerId="LiveId" clId="{102C016C-D40C-4914-A20A-E7A9E073A2ED}" dt="2025-04-16T21:35:12.983" v="3751"/>
        <pc:sldMkLst>
          <pc:docMk/>
          <pc:sldMk cId="0" sldId="291"/>
        </pc:sldMkLst>
        <pc:spChg chg="mod">
          <ac:chgData name="Jitesh Yadav" userId="6a9b623d2ea8ed9c" providerId="LiveId" clId="{102C016C-D40C-4914-A20A-E7A9E073A2ED}" dt="2025-04-16T21:35:12.983" v="3751"/>
          <ac:spMkLst>
            <pc:docMk/>
            <pc:sldMk cId="0" sldId="291"/>
            <ac:spMk id="299" creationId="{00000000-0000-0000-0000-000000000000}"/>
          </ac:spMkLst>
        </pc:spChg>
        <pc:picChg chg="mod">
          <ac:chgData name="Jitesh Yadav" userId="6a9b623d2ea8ed9c" providerId="LiveId" clId="{102C016C-D40C-4914-A20A-E7A9E073A2ED}" dt="2025-04-16T18:08:41.581" v="511" actId="14100"/>
          <ac:picMkLst>
            <pc:docMk/>
            <pc:sldMk cId="0" sldId="291"/>
            <ac:picMk id="301" creationId="{00000000-0000-0000-0000-000000000000}"/>
          </ac:picMkLst>
        </pc:picChg>
      </pc:sldChg>
      <pc:sldChg chg="modSp mod">
        <pc:chgData name="Jitesh Yadav" userId="6a9b623d2ea8ed9c" providerId="LiveId" clId="{102C016C-D40C-4914-A20A-E7A9E073A2ED}" dt="2025-04-16T21:35:12.983" v="3751"/>
        <pc:sldMkLst>
          <pc:docMk/>
          <pc:sldMk cId="0" sldId="292"/>
        </pc:sldMkLst>
        <pc:spChg chg="mod">
          <ac:chgData name="Jitesh Yadav" userId="6a9b623d2ea8ed9c" providerId="LiveId" clId="{102C016C-D40C-4914-A20A-E7A9E073A2ED}" dt="2025-04-16T21:35:12.983" v="3751"/>
          <ac:spMkLst>
            <pc:docMk/>
            <pc:sldMk cId="0" sldId="292"/>
            <ac:spMk id="306" creationId="{00000000-0000-0000-0000-000000000000}"/>
          </ac:spMkLst>
        </pc:spChg>
        <pc:spChg chg="mod">
          <ac:chgData name="Jitesh Yadav" userId="6a9b623d2ea8ed9c" providerId="LiveId" clId="{102C016C-D40C-4914-A20A-E7A9E073A2ED}" dt="2025-04-16T21:27:28.665" v="3735"/>
          <ac:spMkLst>
            <pc:docMk/>
            <pc:sldMk cId="0" sldId="292"/>
            <ac:spMk id="307" creationId="{00000000-0000-0000-0000-000000000000}"/>
          </ac:spMkLst>
        </pc:spChg>
      </pc:sldChg>
      <pc:sldChg chg="addSp delSp modSp mod">
        <pc:chgData name="Jitesh Yadav" userId="6a9b623d2ea8ed9c" providerId="LiveId" clId="{102C016C-D40C-4914-A20A-E7A9E073A2ED}" dt="2025-04-16T21:35:12.983" v="3751"/>
        <pc:sldMkLst>
          <pc:docMk/>
          <pc:sldMk cId="0" sldId="293"/>
        </pc:sldMkLst>
        <pc:spChg chg="add mod">
          <ac:chgData name="Jitesh Yadav" userId="6a9b623d2ea8ed9c" providerId="LiveId" clId="{102C016C-D40C-4914-A20A-E7A9E073A2ED}" dt="2025-04-16T18:20:09.271" v="714" actId="20577"/>
          <ac:spMkLst>
            <pc:docMk/>
            <pc:sldMk cId="0" sldId="293"/>
            <ac:spMk id="2" creationId="{D1CB8285-FA88-8B3E-6C41-AB5A6914813A}"/>
          </ac:spMkLst>
        </pc:spChg>
        <pc:spChg chg="mod">
          <ac:chgData name="Jitesh Yadav" userId="6a9b623d2ea8ed9c" providerId="LiveId" clId="{102C016C-D40C-4914-A20A-E7A9E073A2ED}" dt="2025-04-16T21:35:12.983" v="3751"/>
          <ac:spMkLst>
            <pc:docMk/>
            <pc:sldMk cId="0" sldId="293"/>
            <ac:spMk id="312" creationId="{00000000-0000-0000-0000-000000000000}"/>
          </ac:spMkLst>
        </pc:spChg>
        <pc:spChg chg="del mod">
          <ac:chgData name="Jitesh Yadav" userId="6a9b623d2ea8ed9c" providerId="LiveId" clId="{102C016C-D40C-4914-A20A-E7A9E073A2ED}" dt="2025-04-16T18:14:09.268" v="544" actId="478"/>
          <ac:spMkLst>
            <pc:docMk/>
            <pc:sldMk cId="0" sldId="293"/>
            <ac:spMk id="313" creationId="{00000000-0000-0000-0000-000000000000}"/>
          </ac:spMkLst>
        </pc:spChg>
        <pc:picChg chg="mod">
          <ac:chgData name="Jitesh Yadav" userId="6a9b623d2ea8ed9c" providerId="LiveId" clId="{102C016C-D40C-4914-A20A-E7A9E073A2ED}" dt="2025-04-16T18:14:36.531" v="549" actId="14100"/>
          <ac:picMkLst>
            <pc:docMk/>
            <pc:sldMk cId="0" sldId="293"/>
            <ac:picMk id="314" creationId="{00000000-0000-0000-0000-000000000000}"/>
          </ac:picMkLst>
        </pc:picChg>
      </pc:sldChg>
      <pc:sldChg chg="modSp mod">
        <pc:chgData name="Jitesh Yadav" userId="6a9b623d2ea8ed9c" providerId="LiveId" clId="{102C016C-D40C-4914-A20A-E7A9E073A2ED}" dt="2025-04-16T18:21:52.025" v="725" actId="14100"/>
        <pc:sldMkLst>
          <pc:docMk/>
          <pc:sldMk cId="0" sldId="294"/>
        </pc:sldMkLst>
        <pc:spChg chg="mod">
          <ac:chgData name="Jitesh Yadav" userId="6a9b623d2ea8ed9c" providerId="LiveId" clId="{102C016C-D40C-4914-A20A-E7A9E073A2ED}" dt="2025-04-16T18:21:46.896" v="724" actId="14100"/>
          <ac:spMkLst>
            <pc:docMk/>
            <pc:sldMk cId="0" sldId="294"/>
            <ac:spMk id="319" creationId="{00000000-0000-0000-0000-000000000000}"/>
          </ac:spMkLst>
        </pc:spChg>
        <pc:picChg chg="mod">
          <ac:chgData name="Jitesh Yadav" userId="6a9b623d2ea8ed9c" providerId="LiveId" clId="{102C016C-D40C-4914-A20A-E7A9E073A2ED}" dt="2025-04-16T18:21:52.025" v="725" actId="14100"/>
          <ac:picMkLst>
            <pc:docMk/>
            <pc:sldMk cId="0" sldId="294"/>
            <ac:picMk id="321" creationId="{00000000-0000-0000-0000-000000000000}"/>
          </ac:picMkLst>
        </pc:picChg>
      </pc:sldChg>
      <pc:sldChg chg="modSp mod">
        <pc:chgData name="Jitesh Yadav" userId="6a9b623d2ea8ed9c" providerId="LiveId" clId="{102C016C-D40C-4914-A20A-E7A9E073A2ED}" dt="2025-04-16T21:35:12.983" v="3751"/>
        <pc:sldMkLst>
          <pc:docMk/>
          <pc:sldMk cId="0" sldId="295"/>
        </pc:sldMkLst>
        <pc:spChg chg="mod">
          <ac:chgData name="Jitesh Yadav" userId="6a9b623d2ea8ed9c" providerId="LiveId" clId="{102C016C-D40C-4914-A20A-E7A9E073A2ED}" dt="2025-04-16T21:35:12.983" v="3751"/>
          <ac:spMkLst>
            <pc:docMk/>
            <pc:sldMk cId="0" sldId="295"/>
            <ac:spMk id="326" creationId="{00000000-0000-0000-0000-000000000000}"/>
          </ac:spMkLst>
        </pc:spChg>
        <pc:spChg chg="mod">
          <ac:chgData name="Jitesh Yadav" userId="6a9b623d2ea8ed9c" providerId="LiveId" clId="{102C016C-D40C-4914-A20A-E7A9E073A2ED}" dt="2025-04-16T21:27:28.665" v="3735"/>
          <ac:spMkLst>
            <pc:docMk/>
            <pc:sldMk cId="0" sldId="295"/>
            <ac:spMk id="327" creationId="{00000000-0000-0000-0000-000000000000}"/>
          </ac:spMkLst>
        </pc:spChg>
      </pc:sldChg>
      <pc:sldChg chg="modSp mod">
        <pc:chgData name="Jitesh Yadav" userId="6a9b623d2ea8ed9c" providerId="LiveId" clId="{102C016C-D40C-4914-A20A-E7A9E073A2ED}" dt="2025-04-16T21:35:12.983" v="3751"/>
        <pc:sldMkLst>
          <pc:docMk/>
          <pc:sldMk cId="0" sldId="296"/>
        </pc:sldMkLst>
        <pc:spChg chg="mod">
          <ac:chgData name="Jitesh Yadav" userId="6a9b623d2ea8ed9c" providerId="LiveId" clId="{102C016C-D40C-4914-A20A-E7A9E073A2ED}" dt="2025-04-16T21:35:12.983" v="3751"/>
          <ac:spMkLst>
            <pc:docMk/>
            <pc:sldMk cId="0" sldId="296"/>
            <ac:spMk id="332" creationId="{00000000-0000-0000-0000-000000000000}"/>
          </ac:spMkLst>
        </pc:spChg>
        <pc:spChg chg="mod">
          <ac:chgData name="Jitesh Yadav" userId="6a9b623d2ea8ed9c" providerId="LiveId" clId="{102C016C-D40C-4914-A20A-E7A9E073A2ED}" dt="2025-04-16T18:29:04.837" v="846" actId="5793"/>
          <ac:spMkLst>
            <pc:docMk/>
            <pc:sldMk cId="0" sldId="296"/>
            <ac:spMk id="333" creationId="{00000000-0000-0000-0000-000000000000}"/>
          </ac:spMkLst>
        </pc:spChg>
      </pc:sldChg>
      <pc:sldChg chg="modSp mod">
        <pc:chgData name="Jitesh Yadav" userId="6a9b623d2ea8ed9c" providerId="LiveId" clId="{102C016C-D40C-4914-A20A-E7A9E073A2ED}" dt="2025-04-16T21:35:12.983" v="3751"/>
        <pc:sldMkLst>
          <pc:docMk/>
          <pc:sldMk cId="0" sldId="297"/>
        </pc:sldMkLst>
        <pc:spChg chg="mod">
          <ac:chgData name="Jitesh Yadav" userId="6a9b623d2ea8ed9c" providerId="LiveId" clId="{102C016C-D40C-4914-A20A-E7A9E073A2ED}" dt="2025-04-16T21:35:12.983" v="3751"/>
          <ac:spMkLst>
            <pc:docMk/>
            <pc:sldMk cId="0" sldId="297"/>
            <ac:spMk id="338" creationId="{00000000-0000-0000-0000-000000000000}"/>
          </ac:spMkLst>
        </pc:spChg>
        <pc:picChg chg="mod">
          <ac:chgData name="Jitesh Yadav" userId="6a9b623d2ea8ed9c" providerId="LiveId" clId="{102C016C-D40C-4914-A20A-E7A9E073A2ED}" dt="2025-04-16T19:47:37.905" v="953" actId="14100"/>
          <ac:picMkLst>
            <pc:docMk/>
            <pc:sldMk cId="0" sldId="297"/>
            <ac:picMk id="340" creationId="{00000000-0000-0000-0000-000000000000}"/>
          </ac:picMkLst>
        </pc:picChg>
      </pc:sldChg>
      <pc:sldChg chg="modSp mod">
        <pc:chgData name="Jitesh Yadav" userId="6a9b623d2ea8ed9c" providerId="LiveId" clId="{102C016C-D40C-4914-A20A-E7A9E073A2ED}" dt="2025-04-16T21:35:12.983" v="3751"/>
        <pc:sldMkLst>
          <pc:docMk/>
          <pc:sldMk cId="0" sldId="298"/>
        </pc:sldMkLst>
        <pc:spChg chg="mod">
          <ac:chgData name="Jitesh Yadav" userId="6a9b623d2ea8ed9c" providerId="LiveId" clId="{102C016C-D40C-4914-A20A-E7A9E073A2ED}" dt="2025-04-16T21:35:12.983" v="3751"/>
          <ac:spMkLst>
            <pc:docMk/>
            <pc:sldMk cId="0" sldId="298"/>
            <ac:spMk id="345" creationId="{00000000-0000-0000-0000-000000000000}"/>
          </ac:spMkLst>
        </pc:spChg>
        <pc:spChg chg="mod">
          <ac:chgData name="Jitesh Yadav" userId="6a9b623d2ea8ed9c" providerId="LiveId" clId="{102C016C-D40C-4914-A20A-E7A9E073A2ED}" dt="2025-04-16T19:49:05.432" v="959" actId="12"/>
          <ac:spMkLst>
            <pc:docMk/>
            <pc:sldMk cId="0" sldId="298"/>
            <ac:spMk id="346" creationId="{00000000-0000-0000-0000-000000000000}"/>
          </ac:spMkLst>
        </pc:spChg>
      </pc:sldChg>
      <pc:sldChg chg="modSp mod">
        <pc:chgData name="Jitesh Yadav" userId="6a9b623d2ea8ed9c" providerId="LiveId" clId="{102C016C-D40C-4914-A20A-E7A9E073A2ED}" dt="2025-04-16T19:50:19.368" v="973" actId="14100"/>
        <pc:sldMkLst>
          <pc:docMk/>
          <pc:sldMk cId="0" sldId="299"/>
        </pc:sldMkLst>
        <pc:spChg chg="mod">
          <ac:chgData name="Jitesh Yadav" userId="6a9b623d2ea8ed9c" providerId="LiveId" clId="{102C016C-D40C-4914-A20A-E7A9E073A2ED}" dt="2025-04-16T19:50:19.368" v="973" actId="14100"/>
          <ac:spMkLst>
            <pc:docMk/>
            <pc:sldMk cId="0" sldId="299"/>
            <ac:spMk id="351" creationId="{00000000-0000-0000-0000-000000000000}"/>
          </ac:spMkLst>
        </pc:spChg>
        <pc:picChg chg="mod">
          <ac:chgData name="Jitesh Yadav" userId="6a9b623d2ea8ed9c" providerId="LiveId" clId="{102C016C-D40C-4914-A20A-E7A9E073A2ED}" dt="2025-04-16T19:49:37.017" v="964" actId="14100"/>
          <ac:picMkLst>
            <pc:docMk/>
            <pc:sldMk cId="0" sldId="299"/>
            <ac:picMk id="353" creationId="{00000000-0000-0000-0000-000000000000}"/>
          </ac:picMkLst>
        </pc:picChg>
      </pc:sldChg>
      <pc:sldChg chg="modSp mod">
        <pc:chgData name="Jitesh Yadav" userId="6a9b623d2ea8ed9c" providerId="LiveId" clId="{102C016C-D40C-4914-A20A-E7A9E073A2ED}" dt="2025-04-16T21:35:12.983" v="3751"/>
        <pc:sldMkLst>
          <pc:docMk/>
          <pc:sldMk cId="0" sldId="300"/>
        </pc:sldMkLst>
        <pc:spChg chg="mod">
          <ac:chgData name="Jitesh Yadav" userId="6a9b623d2ea8ed9c" providerId="LiveId" clId="{102C016C-D40C-4914-A20A-E7A9E073A2ED}" dt="2025-04-16T21:35:12.983" v="3751"/>
          <ac:spMkLst>
            <pc:docMk/>
            <pc:sldMk cId="0" sldId="300"/>
            <ac:spMk id="358" creationId="{00000000-0000-0000-0000-000000000000}"/>
          </ac:spMkLst>
        </pc:spChg>
        <pc:picChg chg="mod">
          <ac:chgData name="Jitesh Yadav" userId="6a9b623d2ea8ed9c" providerId="LiveId" clId="{102C016C-D40C-4914-A20A-E7A9E073A2ED}" dt="2025-04-16T19:52:15.692" v="1003" actId="14100"/>
          <ac:picMkLst>
            <pc:docMk/>
            <pc:sldMk cId="0" sldId="300"/>
            <ac:picMk id="360" creationId="{00000000-0000-0000-0000-000000000000}"/>
          </ac:picMkLst>
        </pc:picChg>
      </pc:sldChg>
      <pc:sldChg chg="addSp modSp mod">
        <pc:chgData name="Jitesh Yadav" userId="6a9b623d2ea8ed9c" providerId="LiveId" clId="{102C016C-D40C-4914-A20A-E7A9E073A2ED}" dt="2025-04-16T21:35:12.983" v="3751"/>
        <pc:sldMkLst>
          <pc:docMk/>
          <pc:sldMk cId="0" sldId="301"/>
        </pc:sldMkLst>
        <pc:spChg chg="add mod">
          <ac:chgData name="Jitesh Yadav" userId="6a9b623d2ea8ed9c" providerId="LiveId" clId="{102C016C-D40C-4914-A20A-E7A9E073A2ED}" dt="2025-04-16T20:04:42.541" v="1150" actId="255"/>
          <ac:spMkLst>
            <pc:docMk/>
            <pc:sldMk cId="0" sldId="301"/>
            <ac:spMk id="2" creationId="{C6A3077C-6B47-1682-7EA1-39DC31ED9C24}"/>
          </ac:spMkLst>
        </pc:spChg>
        <pc:spChg chg="mod">
          <ac:chgData name="Jitesh Yadav" userId="6a9b623d2ea8ed9c" providerId="LiveId" clId="{102C016C-D40C-4914-A20A-E7A9E073A2ED}" dt="2025-04-16T21:35:12.983" v="3751"/>
          <ac:spMkLst>
            <pc:docMk/>
            <pc:sldMk cId="0" sldId="301"/>
            <ac:spMk id="365" creationId="{00000000-0000-0000-0000-000000000000}"/>
          </ac:spMkLst>
        </pc:spChg>
        <pc:picChg chg="mod">
          <ac:chgData name="Jitesh Yadav" userId="6a9b623d2ea8ed9c" providerId="LiveId" clId="{102C016C-D40C-4914-A20A-E7A9E073A2ED}" dt="2025-04-16T20:05:01.376" v="1151" actId="14100"/>
          <ac:picMkLst>
            <pc:docMk/>
            <pc:sldMk cId="0" sldId="301"/>
            <ac:picMk id="367" creationId="{00000000-0000-0000-0000-000000000000}"/>
          </ac:picMkLst>
        </pc:picChg>
      </pc:sldChg>
      <pc:sldChg chg="addSp modSp mod">
        <pc:chgData name="Jitesh Yadav" userId="6a9b623d2ea8ed9c" providerId="LiveId" clId="{102C016C-D40C-4914-A20A-E7A9E073A2ED}" dt="2025-04-16T21:35:12.983" v="3751"/>
        <pc:sldMkLst>
          <pc:docMk/>
          <pc:sldMk cId="0" sldId="302"/>
        </pc:sldMkLst>
        <pc:spChg chg="add mod">
          <ac:chgData name="Jitesh Yadav" userId="6a9b623d2ea8ed9c" providerId="LiveId" clId="{102C016C-D40C-4914-A20A-E7A9E073A2ED}" dt="2025-04-16T20:06:45.444" v="1178" actId="20577"/>
          <ac:spMkLst>
            <pc:docMk/>
            <pc:sldMk cId="0" sldId="302"/>
            <ac:spMk id="2" creationId="{03546E71-B911-438B-5648-87A0DF581B61}"/>
          </ac:spMkLst>
        </pc:spChg>
        <pc:spChg chg="mod">
          <ac:chgData name="Jitesh Yadav" userId="6a9b623d2ea8ed9c" providerId="LiveId" clId="{102C016C-D40C-4914-A20A-E7A9E073A2ED}" dt="2025-04-16T21:35:12.983" v="3751"/>
          <ac:spMkLst>
            <pc:docMk/>
            <pc:sldMk cId="0" sldId="302"/>
            <ac:spMk id="372" creationId="{00000000-0000-0000-0000-000000000000}"/>
          </ac:spMkLst>
        </pc:spChg>
        <pc:picChg chg="mod">
          <ac:chgData name="Jitesh Yadav" userId="6a9b623d2ea8ed9c" providerId="LiveId" clId="{102C016C-D40C-4914-A20A-E7A9E073A2ED}" dt="2025-04-16T20:05:32.255" v="1157" actId="14100"/>
          <ac:picMkLst>
            <pc:docMk/>
            <pc:sldMk cId="0" sldId="302"/>
            <ac:picMk id="374" creationId="{00000000-0000-0000-0000-000000000000}"/>
          </ac:picMkLst>
        </pc:picChg>
      </pc:sldChg>
      <pc:sldChg chg="modSp mod">
        <pc:chgData name="Jitesh Yadav" userId="6a9b623d2ea8ed9c" providerId="LiveId" clId="{102C016C-D40C-4914-A20A-E7A9E073A2ED}" dt="2025-04-16T21:35:12.983" v="3751"/>
        <pc:sldMkLst>
          <pc:docMk/>
          <pc:sldMk cId="0" sldId="303"/>
        </pc:sldMkLst>
        <pc:spChg chg="mod">
          <ac:chgData name="Jitesh Yadav" userId="6a9b623d2ea8ed9c" providerId="LiveId" clId="{102C016C-D40C-4914-A20A-E7A9E073A2ED}" dt="2025-04-16T21:35:12.983" v="3751"/>
          <ac:spMkLst>
            <pc:docMk/>
            <pc:sldMk cId="0" sldId="303"/>
            <ac:spMk id="379" creationId="{00000000-0000-0000-0000-000000000000}"/>
          </ac:spMkLst>
        </pc:spChg>
        <pc:picChg chg="mod">
          <ac:chgData name="Jitesh Yadav" userId="6a9b623d2ea8ed9c" providerId="LiveId" clId="{102C016C-D40C-4914-A20A-E7A9E073A2ED}" dt="2025-04-16T20:08:08.141" v="1186" actId="14100"/>
          <ac:picMkLst>
            <pc:docMk/>
            <pc:sldMk cId="0" sldId="303"/>
            <ac:picMk id="381" creationId="{00000000-0000-0000-0000-000000000000}"/>
          </ac:picMkLst>
        </pc:picChg>
      </pc:sldChg>
      <pc:sldChg chg="modSp mod">
        <pc:chgData name="Jitesh Yadav" userId="6a9b623d2ea8ed9c" providerId="LiveId" clId="{102C016C-D40C-4914-A20A-E7A9E073A2ED}" dt="2025-04-16T21:35:12.983" v="3751"/>
        <pc:sldMkLst>
          <pc:docMk/>
          <pc:sldMk cId="0" sldId="304"/>
        </pc:sldMkLst>
        <pc:spChg chg="mod">
          <ac:chgData name="Jitesh Yadav" userId="6a9b623d2ea8ed9c" providerId="LiveId" clId="{102C016C-D40C-4914-A20A-E7A9E073A2ED}" dt="2025-04-16T21:35:12.983" v="3751"/>
          <ac:spMkLst>
            <pc:docMk/>
            <pc:sldMk cId="0" sldId="304"/>
            <ac:spMk id="386" creationId="{00000000-0000-0000-0000-000000000000}"/>
          </ac:spMkLst>
        </pc:spChg>
        <pc:spChg chg="mod">
          <ac:chgData name="Jitesh Yadav" userId="6a9b623d2ea8ed9c" providerId="LiveId" clId="{102C016C-D40C-4914-A20A-E7A9E073A2ED}" dt="2025-04-16T20:11:51.736" v="1269" actId="14100"/>
          <ac:spMkLst>
            <pc:docMk/>
            <pc:sldMk cId="0" sldId="304"/>
            <ac:spMk id="387" creationId="{00000000-0000-0000-0000-000000000000}"/>
          </ac:spMkLst>
        </pc:spChg>
      </pc:sldChg>
      <pc:sldChg chg="modSp mod">
        <pc:chgData name="Jitesh Yadav" userId="6a9b623d2ea8ed9c" providerId="LiveId" clId="{102C016C-D40C-4914-A20A-E7A9E073A2ED}" dt="2025-04-16T21:35:12.983" v="3751"/>
        <pc:sldMkLst>
          <pc:docMk/>
          <pc:sldMk cId="0" sldId="305"/>
        </pc:sldMkLst>
        <pc:spChg chg="mod">
          <ac:chgData name="Jitesh Yadav" userId="6a9b623d2ea8ed9c" providerId="LiveId" clId="{102C016C-D40C-4914-A20A-E7A9E073A2ED}" dt="2025-04-16T21:35:12.983" v="3751"/>
          <ac:spMkLst>
            <pc:docMk/>
            <pc:sldMk cId="0" sldId="305"/>
            <ac:spMk id="392" creationId="{00000000-0000-0000-0000-000000000000}"/>
          </ac:spMkLst>
        </pc:spChg>
        <pc:spChg chg="mod">
          <ac:chgData name="Jitesh Yadav" userId="6a9b623d2ea8ed9c" providerId="LiveId" clId="{102C016C-D40C-4914-A20A-E7A9E073A2ED}" dt="2025-04-16T20:21:55.885" v="1501" actId="5793"/>
          <ac:spMkLst>
            <pc:docMk/>
            <pc:sldMk cId="0" sldId="305"/>
            <ac:spMk id="393" creationId="{00000000-0000-0000-0000-000000000000}"/>
          </ac:spMkLst>
        </pc:spChg>
        <pc:picChg chg="mod">
          <ac:chgData name="Jitesh Yadav" userId="6a9b623d2ea8ed9c" providerId="LiveId" clId="{102C016C-D40C-4914-A20A-E7A9E073A2ED}" dt="2025-04-16T20:14:54.503" v="1307" actId="14100"/>
          <ac:picMkLst>
            <pc:docMk/>
            <pc:sldMk cId="0" sldId="305"/>
            <ac:picMk id="394" creationId="{00000000-0000-0000-0000-000000000000}"/>
          </ac:picMkLst>
        </pc:picChg>
        <pc:picChg chg="mod">
          <ac:chgData name="Jitesh Yadav" userId="6a9b623d2ea8ed9c" providerId="LiveId" clId="{102C016C-D40C-4914-A20A-E7A9E073A2ED}" dt="2025-04-16T20:18:01.970" v="1498" actId="207"/>
          <ac:picMkLst>
            <pc:docMk/>
            <pc:sldMk cId="0" sldId="305"/>
            <ac:picMk id="395" creationId="{00000000-0000-0000-0000-000000000000}"/>
          </ac:picMkLst>
        </pc:picChg>
        <pc:picChg chg="mod">
          <ac:chgData name="Jitesh Yadav" userId="6a9b623d2ea8ed9c" providerId="LiveId" clId="{102C016C-D40C-4914-A20A-E7A9E073A2ED}" dt="2025-04-16T20:15:10.824" v="1309" actId="14100"/>
          <ac:picMkLst>
            <pc:docMk/>
            <pc:sldMk cId="0" sldId="305"/>
            <ac:picMk id="396" creationId="{00000000-0000-0000-0000-000000000000}"/>
          </ac:picMkLst>
        </pc:picChg>
        <pc:picChg chg="mod">
          <ac:chgData name="Jitesh Yadav" userId="6a9b623d2ea8ed9c" providerId="LiveId" clId="{102C016C-D40C-4914-A20A-E7A9E073A2ED}" dt="2025-04-16T20:16:01.453" v="1315" actId="1076"/>
          <ac:picMkLst>
            <pc:docMk/>
            <pc:sldMk cId="0" sldId="305"/>
            <ac:picMk id="397" creationId="{00000000-0000-0000-0000-000000000000}"/>
          </ac:picMkLst>
        </pc:picChg>
      </pc:sldChg>
      <pc:sldChg chg="modSp mod">
        <pc:chgData name="Jitesh Yadav" userId="6a9b623d2ea8ed9c" providerId="LiveId" clId="{102C016C-D40C-4914-A20A-E7A9E073A2ED}" dt="2025-04-16T21:35:12.983" v="3751"/>
        <pc:sldMkLst>
          <pc:docMk/>
          <pc:sldMk cId="0" sldId="306"/>
        </pc:sldMkLst>
        <pc:spChg chg="mod">
          <ac:chgData name="Jitesh Yadav" userId="6a9b623d2ea8ed9c" providerId="LiveId" clId="{102C016C-D40C-4914-A20A-E7A9E073A2ED}" dt="2025-04-16T21:35:12.983" v="3751"/>
          <ac:spMkLst>
            <pc:docMk/>
            <pc:sldMk cId="0" sldId="306"/>
            <ac:spMk id="402" creationId="{00000000-0000-0000-0000-000000000000}"/>
          </ac:spMkLst>
        </pc:spChg>
        <pc:spChg chg="mod">
          <ac:chgData name="Jitesh Yadav" userId="6a9b623d2ea8ed9c" providerId="LiveId" clId="{102C016C-D40C-4914-A20A-E7A9E073A2ED}" dt="2025-04-16T20:22:36.307" v="1506" actId="12"/>
          <ac:spMkLst>
            <pc:docMk/>
            <pc:sldMk cId="0" sldId="306"/>
            <ac:spMk id="403" creationId="{00000000-0000-0000-0000-000000000000}"/>
          </ac:spMkLst>
        </pc:spChg>
        <pc:picChg chg="mod">
          <ac:chgData name="Jitesh Yadav" userId="6a9b623d2ea8ed9c" providerId="LiveId" clId="{102C016C-D40C-4914-A20A-E7A9E073A2ED}" dt="2025-04-16T20:22:54.127" v="1508" actId="1076"/>
          <ac:picMkLst>
            <pc:docMk/>
            <pc:sldMk cId="0" sldId="306"/>
            <ac:picMk id="404" creationId="{00000000-0000-0000-0000-000000000000}"/>
          </ac:picMkLst>
        </pc:picChg>
      </pc:sldChg>
      <pc:sldChg chg="modSp mod">
        <pc:chgData name="Jitesh Yadav" userId="6a9b623d2ea8ed9c" providerId="LiveId" clId="{102C016C-D40C-4914-A20A-E7A9E073A2ED}" dt="2025-04-16T21:35:12.983" v="3751"/>
        <pc:sldMkLst>
          <pc:docMk/>
          <pc:sldMk cId="0" sldId="307"/>
        </pc:sldMkLst>
        <pc:spChg chg="mod">
          <ac:chgData name="Jitesh Yadav" userId="6a9b623d2ea8ed9c" providerId="LiveId" clId="{102C016C-D40C-4914-A20A-E7A9E073A2ED}" dt="2025-04-16T21:35:12.983" v="3751"/>
          <ac:spMkLst>
            <pc:docMk/>
            <pc:sldMk cId="0" sldId="307"/>
            <ac:spMk id="409" creationId="{00000000-0000-0000-0000-000000000000}"/>
          </ac:spMkLst>
        </pc:spChg>
        <pc:picChg chg="mod">
          <ac:chgData name="Jitesh Yadav" userId="6a9b623d2ea8ed9c" providerId="LiveId" clId="{102C016C-D40C-4914-A20A-E7A9E073A2ED}" dt="2025-04-16T20:26:45.204" v="1541" actId="14100"/>
          <ac:picMkLst>
            <pc:docMk/>
            <pc:sldMk cId="0" sldId="307"/>
            <ac:picMk id="411" creationId="{00000000-0000-0000-0000-000000000000}"/>
          </ac:picMkLst>
        </pc:picChg>
      </pc:sldChg>
      <pc:sldChg chg="modSp mod">
        <pc:chgData name="Jitesh Yadav" userId="6a9b623d2ea8ed9c" providerId="LiveId" clId="{102C016C-D40C-4914-A20A-E7A9E073A2ED}" dt="2025-04-16T21:35:12.983" v="3751"/>
        <pc:sldMkLst>
          <pc:docMk/>
          <pc:sldMk cId="0" sldId="308"/>
        </pc:sldMkLst>
        <pc:spChg chg="mod">
          <ac:chgData name="Jitesh Yadav" userId="6a9b623d2ea8ed9c" providerId="LiveId" clId="{102C016C-D40C-4914-A20A-E7A9E073A2ED}" dt="2025-04-16T21:35:12.983" v="3751"/>
          <ac:spMkLst>
            <pc:docMk/>
            <pc:sldMk cId="0" sldId="308"/>
            <ac:spMk id="416" creationId="{00000000-0000-0000-0000-000000000000}"/>
          </ac:spMkLst>
        </pc:spChg>
        <pc:spChg chg="mod">
          <ac:chgData name="Jitesh Yadav" userId="6a9b623d2ea8ed9c" providerId="LiveId" clId="{102C016C-D40C-4914-A20A-E7A9E073A2ED}" dt="2025-04-16T20:30:31.424" v="1637" actId="5793"/>
          <ac:spMkLst>
            <pc:docMk/>
            <pc:sldMk cId="0" sldId="308"/>
            <ac:spMk id="417" creationId="{00000000-0000-0000-0000-000000000000}"/>
          </ac:spMkLst>
        </pc:spChg>
        <pc:picChg chg="mod">
          <ac:chgData name="Jitesh Yadav" userId="6a9b623d2ea8ed9c" providerId="LiveId" clId="{102C016C-D40C-4914-A20A-E7A9E073A2ED}" dt="2025-04-16T20:29:28.921" v="1625" actId="14100"/>
          <ac:picMkLst>
            <pc:docMk/>
            <pc:sldMk cId="0" sldId="308"/>
            <ac:picMk id="418" creationId="{00000000-0000-0000-0000-000000000000}"/>
          </ac:picMkLst>
        </pc:picChg>
      </pc:sldChg>
      <pc:sldChg chg="modSp mod">
        <pc:chgData name="Jitesh Yadav" userId="6a9b623d2ea8ed9c" providerId="LiveId" clId="{102C016C-D40C-4914-A20A-E7A9E073A2ED}" dt="2025-04-16T21:35:12.983" v="3751"/>
        <pc:sldMkLst>
          <pc:docMk/>
          <pc:sldMk cId="0" sldId="309"/>
        </pc:sldMkLst>
        <pc:spChg chg="mod">
          <ac:chgData name="Jitesh Yadav" userId="6a9b623d2ea8ed9c" providerId="LiveId" clId="{102C016C-D40C-4914-A20A-E7A9E073A2ED}" dt="2025-04-16T21:35:12.983" v="3751"/>
          <ac:spMkLst>
            <pc:docMk/>
            <pc:sldMk cId="0" sldId="309"/>
            <ac:spMk id="423" creationId="{00000000-0000-0000-0000-000000000000}"/>
          </ac:spMkLst>
        </pc:spChg>
        <pc:picChg chg="mod">
          <ac:chgData name="Jitesh Yadav" userId="6a9b623d2ea8ed9c" providerId="LiveId" clId="{102C016C-D40C-4914-A20A-E7A9E073A2ED}" dt="2025-04-16T20:31:18.754" v="1644" actId="14100"/>
          <ac:picMkLst>
            <pc:docMk/>
            <pc:sldMk cId="0" sldId="309"/>
            <ac:picMk id="425" creationId="{00000000-0000-0000-0000-000000000000}"/>
          </ac:picMkLst>
        </pc:picChg>
      </pc:sldChg>
      <pc:sldChg chg="addSp modSp mod">
        <pc:chgData name="Jitesh Yadav" userId="6a9b623d2ea8ed9c" providerId="LiveId" clId="{102C016C-D40C-4914-A20A-E7A9E073A2ED}" dt="2025-04-16T21:35:12.983" v="3751"/>
        <pc:sldMkLst>
          <pc:docMk/>
          <pc:sldMk cId="0" sldId="310"/>
        </pc:sldMkLst>
        <pc:spChg chg="add mod">
          <ac:chgData name="Jitesh Yadav" userId="6a9b623d2ea8ed9c" providerId="LiveId" clId="{102C016C-D40C-4914-A20A-E7A9E073A2ED}" dt="2025-04-16T20:34:52.437" v="1762" actId="20577"/>
          <ac:spMkLst>
            <pc:docMk/>
            <pc:sldMk cId="0" sldId="310"/>
            <ac:spMk id="2" creationId="{966EF223-33DE-D653-403A-FE13326AAF56}"/>
          </ac:spMkLst>
        </pc:spChg>
        <pc:spChg chg="mod">
          <ac:chgData name="Jitesh Yadav" userId="6a9b623d2ea8ed9c" providerId="LiveId" clId="{102C016C-D40C-4914-A20A-E7A9E073A2ED}" dt="2025-04-16T21:35:12.983" v="3751"/>
          <ac:spMkLst>
            <pc:docMk/>
            <pc:sldMk cId="0" sldId="310"/>
            <ac:spMk id="430" creationId="{00000000-0000-0000-0000-000000000000}"/>
          </ac:spMkLst>
        </pc:spChg>
        <pc:picChg chg="mod">
          <ac:chgData name="Jitesh Yadav" userId="6a9b623d2ea8ed9c" providerId="LiveId" clId="{102C016C-D40C-4914-A20A-E7A9E073A2ED}" dt="2025-04-16T20:34:58.521" v="1763" actId="14100"/>
          <ac:picMkLst>
            <pc:docMk/>
            <pc:sldMk cId="0" sldId="310"/>
            <ac:picMk id="432" creationId="{00000000-0000-0000-0000-000000000000}"/>
          </ac:picMkLst>
        </pc:picChg>
      </pc:sldChg>
      <pc:sldChg chg="modSp mod">
        <pc:chgData name="Jitesh Yadav" userId="6a9b623d2ea8ed9c" providerId="LiveId" clId="{102C016C-D40C-4914-A20A-E7A9E073A2ED}" dt="2025-04-16T21:35:12.983" v="3751"/>
        <pc:sldMkLst>
          <pc:docMk/>
          <pc:sldMk cId="0" sldId="311"/>
        </pc:sldMkLst>
        <pc:spChg chg="mod">
          <ac:chgData name="Jitesh Yadav" userId="6a9b623d2ea8ed9c" providerId="LiveId" clId="{102C016C-D40C-4914-A20A-E7A9E073A2ED}" dt="2025-04-16T21:35:12.983" v="3751"/>
          <ac:spMkLst>
            <pc:docMk/>
            <pc:sldMk cId="0" sldId="311"/>
            <ac:spMk id="437" creationId="{00000000-0000-0000-0000-000000000000}"/>
          </ac:spMkLst>
        </pc:spChg>
        <pc:picChg chg="mod">
          <ac:chgData name="Jitesh Yadav" userId="6a9b623d2ea8ed9c" providerId="LiveId" clId="{102C016C-D40C-4914-A20A-E7A9E073A2ED}" dt="2025-04-16T20:36:04.561" v="1770" actId="14100"/>
          <ac:picMkLst>
            <pc:docMk/>
            <pc:sldMk cId="0" sldId="311"/>
            <ac:picMk id="439" creationId="{00000000-0000-0000-0000-000000000000}"/>
          </ac:picMkLst>
        </pc:picChg>
      </pc:sldChg>
      <pc:sldChg chg="addSp delSp modSp mod">
        <pc:chgData name="Jitesh Yadav" userId="6a9b623d2ea8ed9c" providerId="LiveId" clId="{102C016C-D40C-4914-A20A-E7A9E073A2ED}" dt="2025-04-16T21:35:12.983" v="3751"/>
        <pc:sldMkLst>
          <pc:docMk/>
          <pc:sldMk cId="0" sldId="312"/>
        </pc:sldMkLst>
        <pc:spChg chg="mod">
          <ac:chgData name="Jitesh Yadav" userId="6a9b623d2ea8ed9c" providerId="LiveId" clId="{102C016C-D40C-4914-A20A-E7A9E073A2ED}" dt="2025-04-16T21:35:12.983" v="3751"/>
          <ac:spMkLst>
            <pc:docMk/>
            <pc:sldMk cId="0" sldId="312"/>
            <ac:spMk id="444" creationId="{00000000-0000-0000-0000-000000000000}"/>
          </ac:spMkLst>
        </pc:spChg>
        <pc:spChg chg="del mod">
          <ac:chgData name="Jitesh Yadav" userId="6a9b623d2ea8ed9c" providerId="LiveId" clId="{102C016C-D40C-4914-A20A-E7A9E073A2ED}" dt="2025-04-16T20:39:27.272" v="1776"/>
          <ac:spMkLst>
            <pc:docMk/>
            <pc:sldMk cId="0" sldId="312"/>
            <ac:spMk id="445" creationId="{00000000-0000-0000-0000-000000000000}"/>
          </ac:spMkLst>
        </pc:spChg>
        <pc:picChg chg="add del mod">
          <ac:chgData name="Jitesh Yadav" userId="6a9b623d2ea8ed9c" providerId="LiveId" clId="{102C016C-D40C-4914-A20A-E7A9E073A2ED}" dt="2025-04-16T20:40:01.848" v="2002" actId="478"/>
          <ac:picMkLst>
            <pc:docMk/>
            <pc:sldMk cId="0" sldId="312"/>
            <ac:picMk id="71682" creationId="{5F5E7EDC-A5A7-3738-4176-4E2EA55EE605}"/>
          </ac:picMkLst>
        </pc:picChg>
        <pc:picChg chg="add mod">
          <ac:chgData name="Jitesh Yadav" userId="6a9b623d2ea8ed9c" providerId="LiveId" clId="{102C016C-D40C-4914-A20A-E7A9E073A2ED}" dt="2025-04-16T20:47:33.403" v="2631" actId="14861"/>
          <ac:picMkLst>
            <pc:docMk/>
            <pc:sldMk cId="0" sldId="312"/>
            <ac:picMk id="71684" creationId="{8DC1FEDC-12FD-E1B4-1844-3D5FB820AE30}"/>
          </ac:picMkLst>
        </pc:picChg>
      </pc:sldChg>
      <pc:sldChg chg="modSp mod">
        <pc:chgData name="Jitesh Yadav" userId="6a9b623d2ea8ed9c" providerId="LiveId" clId="{102C016C-D40C-4914-A20A-E7A9E073A2ED}" dt="2025-04-16T20:47:59.025" v="2632" actId="20577"/>
        <pc:sldMkLst>
          <pc:docMk/>
          <pc:sldMk cId="0" sldId="313"/>
        </pc:sldMkLst>
        <pc:spChg chg="mod">
          <ac:chgData name="Jitesh Yadav" userId="6a9b623d2ea8ed9c" providerId="LiveId" clId="{102C016C-D40C-4914-A20A-E7A9E073A2ED}" dt="2025-04-16T20:44:14.358" v="2019" actId="20577"/>
          <ac:spMkLst>
            <pc:docMk/>
            <pc:sldMk cId="0" sldId="313"/>
            <ac:spMk id="450" creationId="{00000000-0000-0000-0000-000000000000}"/>
          </ac:spMkLst>
        </pc:spChg>
        <pc:spChg chg="mod">
          <ac:chgData name="Jitesh Yadav" userId="6a9b623d2ea8ed9c" providerId="LiveId" clId="{102C016C-D40C-4914-A20A-E7A9E073A2ED}" dt="2025-04-16T20:47:59.025" v="2632" actId="20577"/>
          <ac:spMkLst>
            <pc:docMk/>
            <pc:sldMk cId="0" sldId="313"/>
            <ac:spMk id="451" creationId="{00000000-0000-0000-0000-000000000000}"/>
          </ac:spMkLst>
        </pc:spChg>
        <pc:picChg chg="mod">
          <ac:chgData name="Jitesh Yadav" userId="6a9b623d2ea8ed9c" providerId="LiveId" clId="{102C016C-D40C-4914-A20A-E7A9E073A2ED}" dt="2025-04-16T20:45:59.230" v="2037" actId="1076"/>
          <ac:picMkLst>
            <pc:docMk/>
            <pc:sldMk cId="0" sldId="313"/>
            <ac:picMk id="452" creationId="{00000000-0000-0000-0000-000000000000}"/>
          </ac:picMkLst>
        </pc:picChg>
      </pc:sldChg>
      <pc:sldChg chg="modSp mod">
        <pc:chgData name="Jitesh Yadav" userId="6a9b623d2ea8ed9c" providerId="LiveId" clId="{102C016C-D40C-4914-A20A-E7A9E073A2ED}" dt="2025-04-16T21:27:28.665" v="3735"/>
        <pc:sldMkLst>
          <pc:docMk/>
          <pc:sldMk cId="0" sldId="314"/>
        </pc:sldMkLst>
        <pc:spChg chg="mod">
          <ac:chgData name="Jitesh Yadav" userId="6a9b623d2ea8ed9c" providerId="LiveId" clId="{102C016C-D40C-4914-A20A-E7A9E073A2ED}" dt="2025-04-16T20:51:35.992" v="2689" actId="20577"/>
          <ac:spMkLst>
            <pc:docMk/>
            <pc:sldMk cId="0" sldId="314"/>
            <ac:spMk id="457" creationId="{00000000-0000-0000-0000-000000000000}"/>
          </ac:spMkLst>
        </pc:spChg>
        <pc:spChg chg="mod">
          <ac:chgData name="Jitesh Yadav" userId="6a9b623d2ea8ed9c" providerId="LiveId" clId="{102C016C-D40C-4914-A20A-E7A9E073A2ED}" dt="2025-04-16T21:27:28.665" v="3735"/>
          <ac:spMkLst>
            <pc:docMk/>
            <pc:sldMk cId="0" sldId="314"/>
            <ac:spMk id="458" creationId="{00000000-0000-0000-0000-000000000000}"/>
          </ac:spMkLst>
        </pc:spChg>
        <pc:picChg chg="mod">
          <ac:chgData name="Jitesh Yadav" userId="6a9b623d2ea8ed9c" providerId="LiveId" clId="{102C016C-D40C-4914-A20A-E7A9E073A2ED}" dt="2025-04-16T20:49:55.313" v="2654" actId="14100"/>
          <ac:picMkLst>
            <pc:docMk/>
            <pc:sldMk cId="0" sldId="314"/>
            <ac:picMk id="459" creationId="{00000000-0000-0000-0000-000000000000}"/>
          </ac:picMkLst>
        </pc:picChg>
      </pc:sldChg>
      <pc:sldChg chg="modSp mod">
        <pc:chgData name="Jitesh Yadav" userId="6a9b623d2ea8ed9c" providerId="LiveId" clId="{102C016C-D40C-4914-A20A-E7A9E073A2ED}" dt="2025-04-16T21:35:12.983" v="3751"/>
        <pc:sldMkLst>
          <pc:docMk/>
          <pc:sldMk cId="0" sldId="315"/>
        </pc:sldMkLst>
        <pc:spChg chg="mod">
          <ac:chgData name="Jitesh Yadav" userId="6a9b623d2ea8ed9c" providerId="LiveId" clId="{102C016C-D40C-4914-A20A-E7A9E073A2ED}" dt="2025-04-16T21:35:12.983" v="3751"/>
          <ac:spMkLst>
            <pc:docMk/>
            <pc:sldMk cId="0" sldId="315"/>
            <ac:spMk id="464" creationId="{00000000-0000-0000-0000-000000000000}"/>
          </ac:spMkLst>
        </pc:spChg>
        <pc:spChg chg="mod">
          <ac:chgData name="Jitesh Yadav" userId="6a9b623d2ea8ed9c" providerId="LiveId" clId="{102C016C-D40C-4914-A20A-E7A9E073A2ED}" dt="2025-04-16T20:58:18.509" v="2763" actId="20577"/>
          <ac:spMkLst>
            <pc:docMk/>
            <pc:sldMk cId="0" sldId="315"/>
            <ac:spMk id="465" creationId="{00000000-0000-0000-0000-000000000000}"/>
          </ac:spMkLst>
        </pc:spChg>
      </pc:sldChg>
      <pc:sldChg chg="del">
        <pc:chgData name="Jitesh Yadav" userId="6a9b623d2ea8ed9c" providerId="LiveId" clId="{102C016C-D40C-4914-A20A-E7A9E073A2ED}" dt="2025-04-16T20:58:46.247" v="2764" actId="47"/>
        <pc:sldMkLst>
          <pc:docMk/>
          <pc:sldMk cId="0" sldId="316"/>
        </pc:sldMkLst>
      </pc:sldChg>
      <pc:sldChg chg="addSp modSp mod ord">
        <pc:chgData name="Jitesh Yadav" userId="6a9b623d2ea8ed9c" providerId="LiveId" clId="{102C016C-D40C-4914-A20A-E7A9E073A2ED}" dt="2025-04-16T21:35:12.983" v="3751"/>
        <pc:sldMkLst>
          <pc:docMk/>
          <pc:sldMk cId="0" sldId="317"/>
        </pc:sldMkLst>
        <pc:spChg chg="mod">
          <ac:chgData name="Jitesh Yadav" userId="6a9b623d2ea8ed9c" providerId="LiveId" clId="{102C016C-D40C-4914-A20A-E7A9E073A2ED}" dt="2025-04-16T21:35:12.983" v="3751"/>
          <ac:spMkLst>
            <pc:docMk/>
            <pc:sldMk cId="0" sldId="317"/>
            <ac:spMk id="476" creationId="{00000000-0000-0000-0000-000000000000}"/>
          </ac:spMkLst>
        </pc:spChg>
        <pc:spChg chg="mod">
          <ac:chgData name="Jitesh Yadav" userId="6a9b623d2ea8ed9c" providerId="LiveId" clId="{102C016C-D40C-4914-A20A-E7A9E073A2ED}" dt="2025-04-16T21:27:28.665" v="3735"/>
          <ac:spMkLst>
            <pc:docMk/>
            <pc:sldMk cId="0" sldId="317"/>
            <ac:spMk id="477" creationId="{00000000-0000-0000-0000-000000000000}"/>
          </ac:spMkLst>
        </pc:spChg>
        <pc:picChg chg="add mod">
          <ac:chgData name="Jitesh Yadav" userId="6a9b623d2ea8ed9c" providerId="LiveId" clId="{102C016C-D40C-4914-A20A-E7A9E073A2ED}" dt="2025-04-16T20:55:29.102" v="2723" actId="14100"/>
          <ac:picMkLst>
            <pc:docMk/>
            <pc:sldMk cId="0" sldId="317"/>
            <ac:picMk id="2" creationId="{7B6329D8-14F0-55EF-44C0-F1BC4CAF60D1}"/>
          </ac:picMkLst>
        </pc:picChg>
      </pc:sldChg>
      <pc:sldChg chg="del">
        <pc:chgData name="Jitesh Yadav" userId="6a9b623d2ea8ed9c" providerId="LiveId" clId="{102C016C-D40C-4914-A20A-E7A9E073A2ED}" dt="2025-04-16T20:55:38.441" v="2724" actId="47"/>
        <pc:sldMkLst>
          <pc:docMk/>
          <pc:sldMk cId="0" sldId="318"/>
        </pc:sldMkLst>
      </pc:sldChg>
      <pc:sldChg chg="del">
        <pc:chgData name="Jitesh Yadav" userId="6a9b623d2ea8ed9c" providerId="LiveId" clId="{102C016C-D40C-4914-A20A-E7A9E073A2ED}" dt="2025-04-16T20:58:50.229" v="2765" actId="47"/>
        <pc:sldMkLst>
          <pc:docMk/>
          <pc:sldMk cId="0" sldId="319"/>
        </pc:sldMkLst>
      </pc:sldChg>
      <pc:sldChg chg="modSp mod">
        <pc:chgData name="Jitesh Yadav" userId="6a9b623d2ea8ed9c" providerId="LiveId" clId="{102C016C-D40C-4914-A20A-E7A9E073A2ED}" dt="2025-04-16T21:35:12.983" v="3751"/>
        <pc:sldMkLst>
          <pc:docMk/>
          <pc:sldMk cId="0" sldId="320"/>
        </pc:sldMkLst>
        <pc:spChg chg="mod">
          <ac:chgData name="Jitesh Yadav" userId="6a9b623d2ea8ed9c" providerId="LiveId" clId="{102C016C-D40C-4914-A20A-E7A9E073A2ED}" dt="2025-04-16T21:35:12.983" v="3751"/>
          <ac:spMkLst>
            <pc:docMk/>
            <pc:sldMk cId="0" sldId="320"/>
            <ac:spMk id="495" creationId="{00000000-0000-0000-0000-000000000000}"/>
          </ac:spMkLst>
        </pc:spChg>
        <pc:spChg chg="mod">
          <ac:chgData name="Jitesh Yadav" userId="6a9b623d2ea8ed9c" providerId="LiveId" clId="{102C016C-D40C-4914-A20A-E7A9E073A2ED}" dt="2025-04-16T20:59:58.658" v="2778" actId="20577"/>
          <ac:spMkLst>
            <pc:docMk/>
            <pc:sldMk cId="0" sldId="320"/>
            <ac:spMk id="496" creationId="{00000000-0000-0000-0000-000000000000}"/>
          </ac:spMkLst>
        </pc:spChg>
      </pc:sldChg>
      <pc:sldChg chg="addSp delSp modSp mod">
        <pc:chgData name="Jitesh Yadav" userId="6a9b623d2ea8ed9c" providerId="LiveId" clId="{102C016C-D40C-4914-A20A-E7A9E073A2ED}" dt="2025-04-16T21:05:03.365" v="3251" actId="14861"/>
        <pc:sldMkLst>
          <pc:docMk/>
          <pc:sldMk cId="0" sldId="321"/>
        </pc:sldMkLst>
        <pc:spChg chg="del mod">
          <ac:chgData name="Jitesh Yadav" userId="6a9b623d2ea8ed9c" providerId="LiveId" clId="{102C016C-D40C-4914-A20A-E7A9E073A2ED}" dt="2025-04-16T21:04:14.665" v="2798" actId="478"/>
          <ac:spMkLst>
            <pc:docMk/>
            <pc:sldMk cId="0" sldId="321"/>
            <ac:spMk id="501" creationId="{00000000-0000-0000-0000-000000000000}"/>
          </ac:spMkLst>
        </pc:spChg>
        <pc:spChg chg="del mod">
          <ac:chgData name="Jitesh Yadav" userId="6a9b623d2ea8ed9c" providerId="LiveId" clId="{102C016C-D40C-4914-A20A-E7A9E073A2ED}" dt="2025-04-16T21:04:17.312" v="2799" actId="478"/>
          <ac:spMkLst>
            <pc:docMk/>
            <pc:sldMk cId="0" sldId="321"/>
            <ac:spMk id="502" creationId="{00000000-0000-0000-0000-000000000000}"/>
          </ac:spMkLst>
        </pc:spChg>
        <pc:picChg chg="add del mod">
          <ac:chgData name="Jitesh Yadav" userId="6a9b623d2ea8ed9c" providerId="LiveId" clId="{102C016C-D40C-4914-A20A-E7A9E073A2ED}" dt="2025-04-16T21:02:40.868" v="2795" actId="478"/>
          <ac:picMkLst>
            <pc:docMk/>
            <pc:sldMk cId="0" sldId="321"/>
            <ac:picMk id="72706" creationId="{E3028C38-8BC8-F72D-8FDC-84FBA7E0863A}"/>
          </ac:picMkLst>
        </pc:picChg>
        <pc:picChg chg="add mod">
          <ac:chgData name="Jitesh Yadav" userId="6a9b623d2ea8ed9c" providerId="LiveId" clId="{102C016C-D40C-4914-A20A-E7A9E073A2ED}" dt="2025-04-16T21:05:03.365" v="3251" actId="14861"/>
          <ac:picMkLst>
            <pc:docMk/>
            <pc:sldMk cId="0" sldId="321"/>
            <ac:picMk id="72708" creationId="{38A5BD3E-CC2D-ABBC-7800-1F47599986B3}"/>
          </ac:picMkLst>
        </pc:picChg>
      </pc:sldChg>
      <pc:sldChg chg="addSp delSp modSp new mod">
        <pc:chgData name="Jitesh Yadav" userId="6a9b623d2ea8ed9c" providerId="LiveId" clId="{102C016C-D40C-4914-A20A-E7A9E073A2ED}" dt="2025-04-16T20:00:24.993" v="1065" actId="14100"/>
        <pc:sldMkLst>
          <pc:docMk/>
          <pc:sldMk cId="2331556411" sldId="323"/>
        </pc:sldMkLst>
        <pc:spChg chg="mod">
          <ac:chgData name="Jitesh Yadav" userId="6a9b623d2ea8ed9c" providerId="LiveId" clId="{102C016C-D40C-4914-A20A-E7A9E073A2ED}" dt="2025-04-16T19:59:48.488" v="1060" actId="14100"/>
          <ac:spMkLst>
            <pc:docMk/>
            <pc:sldMk cId="2331556411" sldId="323"/>
            <ac:spMk id="2" creationId="{95BB1014-F55F-C8FF-EDCC-3E7D6A278ED1}"/>
          </ac:spMkLst>
        </pc:spChg>
        <pc:picChg chg="add del mod">
          <ac:chgData name="Jitesh Yadav" userId="6a9b623d2ea8ed9c" providerId="LiveId" clId="{102C016C-D40C-4914-A20A-E7A9E073A2ED}" dt="2025-04-16T19:58:35.266" v="1008" actId="478"/>
          <ac:picMkLst>
            <pc:docMk/>
            <pc:sldMk cId="2331556411" sldId="323"/>
            <ac:picMk id="70658" creationId="{F2777395-03D1-C1BE-A3FB-31974A0BDC1B}"/>
          </ac:picMkLst>
        </pc:picChg>
        <pc:picChg chg="add mod">
          <ac:chgData name="Jitesh Yadav" userId="6a9b623d2ea8ed9c" providerId="LiveId" clId="{102C016C-D40C-4914-A20A-E7A9E073A2ED}" dt="2025-04-16T20:00:24.993" v="1065" actId="14100"/>
          <ac:picMkLst>
            <pc:docMk/>
            <pc:sldMk cId="2331556411" sldId="323"/>
            <ac:picMk id="70660" creationId="{C5DBC2BE-41F9-9A9E-E528-3E87479D8A01}"/>
          </ac:picMkLst>
        </pc:picChg>
      </pc:sldChg>
      <pc:sldChg chg="addSp delSp modSp new mod">
        <pc:chgData name="Jitesh Yadav" userId="6a9b623d2ea8ed9c" providerId="LiveId" clId="{102C016C-D40C-4914-A20A-E7A9E073A2ED}" dt="2025-04-16T21:26:08.605" v="3721" actId="20577"/>
        <pc:sldMkLst>
          <pc:docMk/>
          <pc:sldMk cId="2125840951" sldId="324"/>
        </pc:sldMkLst>
        <pc:spChg chg="del">
          <ac:chgData name="Jitesh Yadav" userId="6a9b623d2ea8ed9c" providerId="LiveId" clId="{102C016C-D40C-4914-A20A-E7A9E073A2ED}" dt="2025-04-16T21:07:23.078" v="3254" actId="478"/>
          <ac:spMkLst>
            <pc:docMk/>
            <pc:sldMk cId="2125840951" sldId="324"/>
            <ac:spMk id="2" creationId="{1182C063-4C0C-6611-E815-F095EC5CA607}"/>
          </ac:spMkLst>
        </pc:spChg>
        <pc:spChg chg="add del mod">
          <ac:chgData name="Jitesh Yadav" userId="6a9b623d2ea8ed9c" providerId="LiveId" clId="{102C016C-D40C-4914-A20A-E7A9E073A2ED}" dt="2025-04-16T21:11:45.661" v="3321" actId="478"/>
          <ac:spMkLst>
            <pc:docMk/>
            <pc:sldMk cId="2125840951" sldId="324"/>
            <ac:spMk id="3" creationId="{D99B7D2F-C51D-6D64-6363-1E73591F5603}"/>
          </ac:spMkLst>
        </pc:spChg>
        <pc:spChg chg="add mod">
          <ac:chgData name="Jitesh Yadav" userId="6a9b623d2ea8ed9c" providerId="LiveId" clId="{102C016C-D40C-4914-A20A-E7A9E073A2ED}" dt="2025-04-16T21:17:01.688" v="3516" actId="1076"/>
          <ac:spMkLst>
            <pc:docMk/>
            <pc:sldMk cId="2125840951" sldId="324"/>
            <ac:spMk id="4" creationId="{29294267-488F-3116-059A-C1C763E3A808}"/>
          </ac:spMkLst>
        </pc:spChg>
        <pc:spChg chg="add del mod">
          <ac:chgData name="Jitesh Yadav" userId="6a9b623d2ea8ed9c" providerId="LiveId" clId="{102C016C-D40C-4914-A20A-E7A9E073A2ED}" dt="2025-04-16T21:14:50.747" v="3434"/>
          <ac:spMkLst>
            <pc:docMk/>
            <pc:sldMk cId="2125840951" sldId="324"/>
            <ac:spMk id="5" creationId="{3692BD4B-E853-8F5E-FEF8-639D8D544B35}"/>
          </ac:spMkLst>
        </pc:spChg>
        <pc:spChg chg="add del mod">
          <ac:chgData name="Jitesh Yadav" userId="6a9b623d2ea8ed9c" providerId="LiveId" clId="{102C016C-D40C-4914-A20A-E7A9E073A2ED}" dt="2025-04-16T21:17:38.580" v="3528" actId="478"/>
          <ac:spMkLst>
            <pc:docMk/>
            <pc:sldMk cId="2125840951" sldId="324"/>
            <ac:spMk id="6" creationId="{048A566D-F0FE-E419-9B56-70CCF7C7FEFF}"/>
          </ac:spMkLst>
        </pc:spChg>
        <pc:spChg chg="add mod">
          <ac:chgData name="Jitesh Yadav" userId="6a9b623d2ea8ed9c" providerId="LiveId" clId="{102C016C-D40C-4914-A20A-E7A9E073A2ED}" dt="2025-04-16T21:18:55.223" v="3576" actId="1076"/>
          <ac:spMkLst>
            <pc:docMk/>
            <pc:sldMk cId="2125840951" sldId="324"/>
            <ac:spMk id="7" creationId="{559AC305-021A-784D-F5B1-E1E687DDC745}"/>
          </ac:spMkLst>
        </pc:spChg>
        <pc:spChg chg="add del mod">
          <ac:chgData name="Jitesh Yadav" userId="6a9b623d2ea8ed9c" providerId="LiveId" clId="{102C016C-D40C-4914-A20A-E7A9E073A2ED}" dt="2025-04-16T21:20:55.649" v="3631"/>
          <ac:spMkLst>
            <pc:docMk/>
            <pc:sldMk cId="2125840951" sldId="324"/>
            <ac:spMk id="8" creationId="{BBA3B192-A5DC-FD91-6CF0-88BF73440764}"/>
          </ac:spMkLst>
        </pc:spChg>
        <pc:spChg chg="add del mod">
          <ac:chgData name="Jitesh Yadav" userId="6a9b623d2ea8ed9c" providerId="LiveId" clId="{102C016C-D40C-4914-A20A-E7A9E073A2ED}" dt="2025-04-16T21:21:26.036" v="3636"/>
          <ac:spMkLst>
            <pc:docMk/>
            <pc:sldMk cId="2125840951" sldId="324"/>
            <ac:spMk id="9" creationId="{867E5FD3-DD32-D3C9-F256-343A9502DF49}"/>
          </ac:spMkLst>
        </pc:spChg>
        <pc:spChg chg="add mod">
          <ac:chgData name="Jitesh Yadav" userId="6a9b623d2ea8ed9c" providerId="LiveId" clId="{102C016C-D40C-4914-A20A-E7A9E073A2ED}" dt="2025-04-16T21:26:08.605" v="3721" actId="20577"/>
          <ac:spMkLst>
            <pc:docMk/>
            <pc:sldMk cId="2125840951" sldId="324"/>
            <ac:spMk id="10" creationId="{47596114-A60B-AAD2-153E-F72305F8E70B}"/>
          </ac:spMkLst>
        </pc:spChg>
        <pc:picChg chg="add mod">
          <ac:chgData name="Jitesh Yadav" userId="6a9b623d2ea8ed9c" providerId="LiveId" clId="{102C016C-D40C-4914-A20A-E7A9E073A2ED}" dt="2025-04-16T21:09:26.906" v="3269" actId="1076"/>
          <ac:picMkLst>
            <pc:docMk/>
            <pc:sldMk cId="2125840951" sldId="324"/>
            <ac:picMk id="73730" creationId="{8916E4D3-65DF-3CCB-DF23-63204E991EAC}"/>
          </ac:picMkLst>
        </pc:picChg>
      </pc:sldChg>
      <pc:sldMasterChg chg="delSldLayout">
        <pc:chgData name="Jitesh Yadav" userId="6a9b623d2ea8ed9c" providerId="LiveId" clId="{102C016C-D40C-4914-A20A-E7A9E073A2ED}" dt="2025-04-16T20:58:50.229" v="2765" actId="47"/>
        <pc:sldMasterMkLst>
          <pc:docMk/>
          <pc:sldMasterMk cId="3846181436" sldId="2147484651"/>
        </pc:sldMasterMkLst>
        <pc:sldLayoutChg chg="del">
          <pc:chgData name="Jitesh Yadav" userId="6a9b623d2ea8ed9c" providerId="LiveId" clId="{102C016C-D40C-4914-A20A-E7A9E073A2ED}" dt="2025-04-16T17:11:47.881" v="2" actId="2696"/>
          <pc:sldLayoutMkLst>
            <pc:docMk/>
            <pc:sldMasterMk cId="3846181436" sldId="2147484651"/>
            <pc:sldLayoutMk cId="3333686215" sldId="2147484694"/>
          </pc:sldLayoutMkLst>
        </pc:sldLayoutChg>
        <pc:sldLayoutChg chg="del">
          <pc:chgData name="Jitesh Yadav" userId="6a9b623d2ea8ed9c" providerId="LiveId" clId="{102C016C-D40C-4914-A20A-E7A9E073A2ED}" dt="2025-04-16T20:58:46.247" v="2764" actId="47"/>
          <pc:sldLayoutMkLst>
            <pc:docMk/>
            <pc:sldMasterMk cId="3846181436" sldId="2147484651"/>
            <pc:sldLayoutMk cId="3274829759" sldId="2147484728"/>
          </pc:sldLayoutMkLst>
        </pc:sldLayoutChg>
        <pc:sldLayoutChg chg="del">
          <pc:chgData name="Jitesh Yadav" userId="6a9b623d2ea8ed9c" providerId="LiveId" clId="{102C016C-D40C-4914-A20A-E7A9E073A2ED}" dt="2025-04-16T20:55:38.441" v="2724" actId="47"/>
          <pc:sldLayoutMkLst>
            <pc:docMk/>
            <pc:sldMasterMk cId="3846181436" sldId="2147484651"/>
            <pc:sldLayoutMk cId="1188386453" sldId="2147484730"/>
          </pc:sldLayoutMkLst>
        </pc:sldLayoutChg>
        <pc:sldLayoutChg chg="del">
          <pc:chgData name="Jitesh Yadav" userId="6a9b623d2ea8ed9c" providerId="LiveId" clId="{102C016C-D40C-4914-A20A-E7A9E073A2ED}" dt="2025-04-16T20:58:50.229" v="2765" actId="47"/>
          <pc:sldLayoutMkLst>
            <pc:docMk/>
            <pc:sldMasterMk cId="3846181436" sldId="2147484651"/>
            <pc:sldLayoutMk cId="1523359468" sldId="2147484731"/>
          </pc:sldLayoutMkLst>
        </pc:sldLayoutChg>
      </pc:sldMasterChg>
    </pc:docChg>
  </pc:docChgLst>
  <pc:docChgLst>
    <pc:chgData name="Guest User" providerId="Windows Live" clId="Web-{C0F16CF5-B24F-AB56-9A20-9F8988DC9B45}"/>
    <pc:docChg chg="modSld addMainMaster delMainMaster">
      <pc:chgData name="Guest User" userId="" providerId="Windows Live" clId="Web-{C0F16CF5-B24F-AB56-9A20-9F8988DC9B45}" dt="2025-04-16T17:42:25.970" v="122"/>
      <pc:docMkLst>
        <pc:docMk/>
      </pc:docMkLst>
      <pc:sldChg chg="addSp delSp modSp mod setBg modClrScheme chgLayout">
        <pc:chgData name="Guest User" userId="" providerId="Windows Live" clId="Web-{C0F16CF5-B24F-AB56-9A20-9F8988DC9B45}" dt="2025-04-16T17:42:25.970" v="122"/>
        <pc:sldMkLst>
          <pc:docMk/>
          <pc:sldMk cId="0" sldId="256"/>
        </pc:sldMkLst>
        <pc:spChg chg="add del">
          <ac:chgData name="Guest User" userId="" providerId="Windows Live" clId="Web-{C0F16CF5-B24F-AB56-9A20-9F8988DC9B45}" dt="2025-04-16T17:36:02.070" v="67"/>
          <ac:spMkLst>
            <pc:docMk/>
            <pc:sldMk cId="0" sldId="256"/>
            <ac:spMk id="2" creationId="{B35D34B3-088F-B9AA-D4CA-8ECA0D7A2E98}"/>
          </ac:spMkLst>
        </pc:spChg>
        <pc:spChg chg="add mod">
          <ac:chgData name="Guest User" userId="" providerId="Windows Live" clId="Web-{C0F16CF5-B24F-AB56-9A20-9F8988DC9B45}" dt="2025-04-16T17:39:29.731" v="114" actId="20577"/>
          <ac:spMkLst>
            <pc:docMk/>
            <pc:sldMk cId="0" sldId="256"/>
            <ac:spMk id="3" creationId="{15200954-A08C-C8D6-D1A9-29ED3A77E129}"/>
          </ac:spMkLst>
        </pc:spChg>
        <pc:spChg chg="mod ord">
          <ac:chgData name="Guest User" userId="" providerId="Windows Live" clId="Web-{C0F16CF5-B24F-AB56-9A20-9F8988DC9B45}" dt="2025-04-16T17:41:16.656" v="117"/>
          <ac:spMkLst>
            <pc:docMk/>
            <pc:sldMk cId="0" sldId="256"/>
            <ac:spMk id="69" creationId="{00000000-0000-0000-0000-000000000000}"/>
          </ac:spMkLst>
        </pc:spChg>
        <pc:spChg chg="mod ord">
          <ac:chgData name="Guest User" userId="" providerId="Windows Live" clId="Web-{C0F16CF5-B24F-AB56-9A20-9F8988DC9B45}" dt="2025-04-16T17:41:16.656" v="117"/>
          <ac:spMkLst>
            <pc:docMk/>
            <pc:sldMk cId="0" sldId="256"/>
            <ac:spMk id="70" creationId="{00000000-0000-0000-0000-000000000000}"/>
          </ac:spMkLst>
        </pc:spChg>
        <pc:picChg chg="add del mod">
          <ac:chgData name="Guest User" userId="" providerId="Windows Live" clId="Web-{C0F16CF5-B24F-AB56-9A20-9F8988DC9B45}" dt="2025-04-16T17:42:25.970" v="122"/>
          <ac:picMkLst>
            <pc:docMk/>
            <pc:sldMk cId="0" sldId="256"/>
            <ac:picMk id="4" creationId="{C3007ACA-4C66-13A6-C30F-6A90EB873EC7}"/>
          </ac:picMkLst>
        </pc:picChg>
        <pc:picChg chg="mod">
          <ac:chgData name="Guest User" userId="" providerId="Windows Live" clId="Web-{C0F16CF5-B24F-AB56-9A20-9F8988DC9B45}" dt="2025-04-16T17:35:14.209" v="63" actId="1076"/>
          <ac:picMkLst>
            <pc:docMk/>
            <pc:sldMk cId="0" sldId="256"/>
            <ac:picMk id="69634" creationId="{13A33C55-A615-6D9A-3799-A5D012C10E9E}"/>
          </ac:picMkLst>
        </pc:picChg>
      </pc:sldChg>
      <pc:sldChg chg="modSp mod modClrScheme chgLayout">
        <pc:chgData name="Guest User" userId="" providerId="Windows Live" clId="Web-{C0F16CF5-B24F-AB56-9A20-9F8988DC9B45}" dt="2025-04-16T17:41:16.656" v="117"/>
        <pc:sldMkLst>
          <pc:docMk/>
          <pc:sldMk cId="0" sldId="257"/>
        </pc:sldMkLst>
        <pc:spChg chg="mod ord">
          <ac:chgData name="Guest User" userId="" providerId="Windows Live" clId="Web-{C0F16CF5-B24F-AB56-9A20-9F8988DC9B45}" dt="2025-04-16T17:41:16.656" v="117"/>
          <ac:spMkLst>
            <pc:docMk/>
            <pc:sldMk cId="0" sldId="257"/>
            <ac:spMk id="75" creationId="{00000000-0000-0000-0000-000000000000}"/>
          </ac:spMkLst>
        </pc:spChg>
        <pc:spChg chg="mod ord">
          <ac:chgData name="Guest User" userId="" providerId="Windows Live" clId="Web-{C0F16CF5-B24F-AB56-9A20-9F8988DC9B45}" dt="2025-04-16T17:41:16.656" v="117"/>
          <ac:spMkLst>
            <pc:docMk/>
            <pc:sldMk cId="0" sldId="257"/>
            <ac:spMk id="76" creationId="{00000000-0000-0000-0000-000000000000}"/>
          </ac:spMkLst>
        </pc:spChg>
      </pc:sldChg>
      <pc:sldChg chg="modSp mod modClrScheme chgLayout">
        <pc:chgData name="Guest User" userId="" providerId="Windows Live" clId="Web-{C0F16CF5-B24F-AB56-9A20-9F8988DC9B45}" dt="2025-04-16T17:41:16.656" v="117"/>
        <pc:sldMkLst>
          <pc:docMk/>
          <pc:sldMk cId="0" sldId="258"/>
        </pc:sldMkLst>
        <pc:spChg chg="mod ord">
          <ac:chgData name="Guest User" userId="" providerId="Windows Live" clId="Web-{C0F16CF5-B24F-AB56-9A20-9F8988DC9B45}" dt="2025-04-16T17:41:16.656" v="117"/>
          <ac:spMkLst>
            <pc:docMk/>
            <pc:sldMk cId="0" sldId="258"/>
            <ac:spMk id="81" creationId="{00000000-0000-0000-0000-000000000000}"/>
          </ac:spMkLst>
        </pc:spChg>
        <pc:spChg chg="mod ord">
          <ac:chgData name="Guest User" userId="" providerId="Windows Live" clId="Web-{C0F16CF5-B24F-AB56-9A20-9F8988DC9B45}" dt="2025-04-16T17:41:16.656" v="117"/>
          <ac:spMkLst>
            <pc:docMk/>
            <pc:sldMk cId="0" sldId="258"/>
            <ac:spMk id="82" creationId="{00000000-0000-0000-0000-000000000000}"/>
          </ac:spMkLst>
        </pc:spChg>
      </pc:sldChg>
      <pc:sldChg chg="modSp mod modClrScheme chgLayout">
        <pc:chgData name="Guest User" userId="" providerId="Windows Live" clId="Web-{C0F16CF5-B24F-AB56-9A20-9F8988DC9B45}" dt="2025-04-16T17:41:16.656" v="117"/>
        <pc:sldMkLst>
          <pc:docMk/>
          <pc:sldMk cId="0" sldId="259"/>
        </pc:sldMkLst>
        <pc:spChg chg="mod ord">
          <ac:chgData name="Guest User" userId="" providerId="Windows Live" clId="Web-{C0F16CF5-B24F-AB56-9A20-9F8988DC9B45}" dt="2025-04-16T17:41:16.656" v="117"/>
          <ac:spMkLst>
            <pc:docMk/>
            <pc:sldMk cId="0" sldId="259"/>
            <ac:spMk id="87" creationId="{00000000-0000-0000-0000-000000000000}"/>
          </ac:spMkLst>
        </pc:spChg>
        <pc:spChg chg="mod ord">
          <ac:chgData name="Guest User" userId="" providerId="Windows Live" clId="Web-{C0F16CF5-B24F-AB56-9A20-9F8988DC9B45}" dt="2025-04-16T17:41:16.656" v="117"/>
          <ac:spMkLst>
            <pc:docMk/>
            <pc:sldMk cId="0" sldId="259"/>
            <ac:spMk id="88" creationId="{00000000-0000-0000-0000-000000000000}"/>
          </ac:spMkLst>
        </pc:spChg>
      </pc:sldChg>
      <pc:sldChg chg="modSp mod modClrScheme chgLayout">
        <pc:chgData name="Guest User" userId="" providerId="Windows Live" clId="Web-{C0F16CF5-B24F-AB56-9A20-9F8988DC9B45}" dt="2025-04-16T17:41:16.656" v="117"/>
        <pc:sldMkLst>
          <pc:docMk/>
          <pc:sldMk cId="0" sldId="260"/>
        </pc:sldMkLst>
        <pc:spChg chg="mod ord">
          <ac:chgData name="Guest User" userId="" providerId="Windows Live" clId="Web-{C0F16CF5-B24F-AB56-9A20-9F8988DC9B45}" dt="2025-04-16T17:41:16.656" v="117"/>
          <ac:spMkLst>
            <pc:docMk/>
            <pc:sldMk cId="0" sldId="260"/>
            <ac:spMk id="93" creationId="{00000000-0000-0000-0000-000000000000}"/>
          </ac:spMkLst>
        </pc:spChg>
      </pc:sldChg>
      <pc:sldChg chg="addSp delSp mod modClrScheme chgLayout">
        <pc:chgData name="Guest User" userId="" providerId="Windows Live" clId="Web-{C0F16CF5-B24F-AB56-9A20-9F8988DC9B45}" dt="2025-04-16T17:41:16.656" v="117"/>
        <pc:sldMkLst>
          <pc:docMk/>
          <pc:sldMk cId="0" sldId="261"/>
        </pc:sldMkLst>
        <pc:spChg chg="add del">
          <ac:chgData name="Guest User" userId="" providerId="Windows Live" clId="Web-{C0F16CF5-B24F-AB56-9A20-9F8988DC9B45}" dt="2025-04-16T17:41:16.656" v="117"/>
          <ac:spMkLst>
            <pc:docMk/>
            <pc:sldMk cId="0" sldId="261"/>
            <ac:spMk id="100" creationId="{00000000-0000-0000-0000-000000000000}"/>
          </ac:spMkLst>
        </pc:spChg>
      </pc:sldChg>
      <pc:sldChg chg="modSp mod modClrScheme chgLayout">
        <pc:chgData name="Guest User" userId="" providerId="Windows Live" clId="Web-{C0F16CF5-B24F-AB56-9A20-9F8988DC9B45}" dt="2025-04-16T17:41:16.656" v="117"/>
        <pc:sldMkLst>
          <pc:docMk/>
          <pc:sldMk cId="0" sldId="262"/>
        </pc:sldMkLst>
        <pc:spChg chg="mod ord">
          <ac:chgData name="Guest User" userId="" providerId="Windows Live" clId="Web-{C0F16CF5-B24F-AB56-9A20-9F8988DC9B45}" dt="2025-04-16T17:41:16.656" v="117"/>
          <ac:spMkLst>
            <pc:docMk/>
            <pc:sldMk cId="0" sldId="262"/>
            <ac:spMk id="105" creationId="{00000000-0000-0000-0000-000000000000}"/>
          </ac:spMkLst>
        </pc:spChg>
        <pc:spChg chg="mod ord">
          <ac:chgData name="Guest User" userId="" providerId="Windows Live" clId="Web-{C0F16CF5-B24F-AB56-9A20-9F8988DC9B45}" dt="2025-04-16T17:41:16.656" v="117"/>
          <ac:spMkLst>
            <pc:docMk/>
            <pc:sldMk cId="0" sldId="262"/>
            <ac:spMk id="106" creationId="{00000000-0000-0000-0000-000000000000}"/>
          </ac:spMkLst>
        </pc:spChg>
      </pc:sldChg>
      <pc:sldChg chg="modSp mod modClrScheme chgLayout">
        <pc:chgData name="Guest User" userId="" providerId="Windows Live" clId="Web-{C0F16CF5-B24F-AB56-9A20-9F8988DC9B45}" dt="2025-04-16T17:41:16.656" v="117"/>
        <pc:sldMkLst>
          <pc:docMk/>
          <pc:sldMk cId="0" sldId="263"/>
        </pc:sldMkLst>
        <pc:spChg chg="mod ord">
          <ac:chgData name="Guest User" userId="" providerId="Windows Live" clId="Web-{C0F16CF5-B24F-AB56-9A20-9F8988DC9B45}" dt="2025-04-16T17:41:16.656" v="117"/>
          <ac:spMkLst>
            <pc:docMk/>
            <pc:sldMk cId="0" sldId="263"/>
            <ac:spMk id="112" creationId="{00000000-0000-0000-0000-000000000000}"/>
          </ac:spMkLst>
        </pc:spChg>
      </pc:sldChg>
      <pc:sldChg chg="modSp mod modClrScheme chgLayout">
        <pc:chgData name="Guest User" userId="" providerId="Windows Live" clId="Web-{C0F16CF5-B24F-AB56-9A20-9F8988DC9B45}" dt="2025-04-16T17:41:16.656" v="117"/>
        <pc:sldMkLst>
          <pc:docMk/>
          <pc:sldMk cId="0" sldId="264"/>
        </pc:sldMkLst>
        <pc:spChg chg="mod ord">
          <ac:chgData name="Guest User" userId="" providerId="Windows Live" clId="Web-{C0F16CF5-B24F-AB56-9A20-9F8988DC9B45}" dt="2025-04-16T17:41:16.656" v="117"/>
          <ac:spMkLst>
            <pc:docMk/>
            <pc:sldMk cId="0" sldId="264"/>
            <ac:spMk id="119" creationId="{00000000-0000-0000-0000-000000000000}"/>
          </ac:spMkLst>
        </pc:spChg>
      </pc:sldChg>
      <pc:sldChg chg="modSp mod modClrScheme chgLayout">
        <pc:chgData name="Guest User" userId="" providerId="Windows Live" clId="Web-{C0F16CF5-B24F-AB56-9A20-9F8988DC9B45}" dt="2025-04-16T17:41:16.656" v="117"/>
        <pc:sldMkLst>
          <pc:docMk/>
          <pc:sldMk cId="0" sldId="266"/>
        </pc:sldMkLst>
        <pc:spChg chg="mod ord">
          <ac:chgData name="Guest User" userId="" providerId="Windows Live" clId="Web-{C0F16CF5-B24F-AB56-9A20-9F8988DC9B45}" dt="2025-04-16T17:41:16.656" v="117"/>
          <ac:spMkLst>
            <pc:docMk/>
            <pc:sldMk cId="0" sldId="266"/>
            <ac:spMk id="132" creationId="{00000000-0000-0000-0000-000000000000}"/>
          </ac:spMkLst>
        </pc:spChg>
        <pc:spChg chg="mod ord">
          <ac:chgData name="Guest User" userId="" providerId="Windows Live" clId="Web-{C0F16CF5-B24F-AB56-9A20-9F8988DC9B45}" dt="2025-04-16T17:41:16.656" v="117"/>
          <ac:spMkLst>
            <pc:docMk/>
            <pc:sldMk cId="0" sldId="266"/>
            <ac:spMk id="133" creationId="{00000000-0000-0000-0000-000000000000}"/>
          </ac:spMkLst>
        </pc:spChg>
      </pc:sldChg>
      <pc:sldChg chg="modSp mod modClrScheme chgLayout">
        <pc:chgData name="Guest User" userId="" providerId="Windows Live" clId="Web-{C0F16CF5-B24F-AB56-9A20-9F8988DC9B45}" dt="2025-04-16T17:41:16.656" v="117"/>
        <pc:sldMkLst>
          <pc:docMk/>
          <pc:sldMk cId="0" sldId="267"/>
        </pc:sldMkLst>
        <pc:spChg chg="mod ord">
          <ac:chgData name="Guest User" userId="" providerId="Windows Live" clId="Web-{C0F16CF5-B24F-AB56-9A20-9F8988DC9B45}" dt="2025-04-16T17:41:16.656" v="117"/>
          <ac:spMkLst>
            <pc:docMk/>
            <pc:sldMk cId="0" sldId="267"/>
            <ac:spMk id="140" creationId="{00000000-0000-0000-0000-000000000000}"/>
          </ac:spMkLst>
        </pc:spChg>
      </pc:sldChg>
      <pc:sldChg chg="modSp mod modClrScheme chgLayout">
        <pc:chgData name="Guest User" userId="" providerId="Windows Live" clId="Web-{C0F16CF5-B24F-AB56-9A20-9F8988DC9B45}" dt="2025-04-16T17:41:16.656" v="117"/>
        <pc:sldMkLst>
          <pc:docMk/>
          <pc:sldMk cId="0" sldId="268"/>
        </pc:sldMkLst>
        <pc:spChg chg="mod ord">
          <ac:chgData name="Guest User" userId="" providerId="Windows Live" clId="Web-{C0F16CF5-B24F-AB56-9A20-9F8988DC9B45}" dt="2025-04-16T17:41:16.656" v="117"/>
          <ac:spMkLst>
            <pc:docMk/>
            <pc:sldMk cId="0" sldId="268"/>
            <ac:spMk id="146" creationId="{00000000-0000-0000-0000-000000000000}"/>
          </ac:spMkLst>
        </pc:spChg>
        <pc:spChg chg="mod ord">
          <ac:chgData name="Guest User" userId="" providerId="Windows Live" clId="Web-{C0F16CF5-B24F-AB56-9A20-9F8988DC9B45}" dt="2025-04-16T17:41:16.656" v="117"/>
          <ac:spMkLst>
            <pc:docMk/>
            <pc:sldMk cId="0" sldId="268"/>
            <ac:spMk id="147" creationId="{00000000-0000-0000-0000-000000000000}"/>
          </ac:spMkLst>
        </pc:spChg>
      </pc:sldChg>
      <pc:sldChg chg="modSp mod modClrScheme chgLayout">
        <pc:chgData name="Guest User" userId="" providerId="Windows Live" clId="Web-{C0F16CF5-B24F-AB56-9A20-9F8988DC9B45}" dt="2025-04-16T17:41:16.656" v="117"/>
        <pc:sldMkLst>
          <pc:docMk/>
          <pc:sldMk cId="0" sldId="270"/>
        </pc:sldMkLst>
        <pc:spChg chg="mod ord">
          <ac:chgData name="Guest User" userId="" providerId="Windows Live" clId="Web-{C0F16CF5-B24F-AB56-9A20-9F8988DC9B45}" dt="2025-04-16T17:41:16.656" v="117"/>
          <ac:spMkLst>
            <pc:docMk/>
            <pc:sldMk cId="0" sldId="270"/>
            <ac:spMk id="159" creationId="{00000000-0000-0000-0000-000000000000}"/>
          </ac:spMkLst>
        </pc:spChg>
      </pc:sldChg>
      <pc:sldChg chg="modSp mod modClrScheme chgLayout">
        <pc:chgData name="Guest User" userId="" providerId="Windows Live" clId="Web-{C0F16CF5-B24F-AB56-9A20-9F8988DC9B45}" dt="2025-04-16T17:41:16.656" v="117"/>
        <pc:sldMkLst>
          <pc:docMk/>
          <pc:sldMk cId="0" sldId="272"/>
        </pc:sldMkLst>
        <pc:spChg chg="mod ord">
          <ac:chgData name="Guest User" userId="" providerId="Windows Live" clId="Web-{C0F16CF5-B24F-AB56-9A20-9F8988DC9B45}" dt="2025-04-16T17:41:16.656" v="117"/>
          <ac:spMkLst>
            <pc:docMk/>
            <pc:sldMk cId="0" sldId="272"/>
            <ac:spMk id="172" creationId="{00000000-0000-0000-0000-000000000000}"/>
          </ac:spMkLst>
        </pc:spChg>
      </pc:sldChg>
      <pc:sldChg chg="modSp mod modClrScheme chgLayout">
        <pc:chgData name="Guest User" userId="" providerId="Windows Live" clId="Web-{C0F16CF5-B24F-AB56-9A20-9F8988DC9B45}" dt="2025-04-16T17:41:16.656" v="117"/>
        <pc:sldMkLst>
          <pc:docMk/>
          <pc:sldMk cId="0" sldId="273"/>
        </pc:sldMkLst>
        <pc:spChg chg="mod ord">
          <ac:chgData name="Guest User" userId="" providerId="Windows Live" clId="Web-{C0F16CF5-B24F-AB56-9A20-9F8988DC9B45}" dt="2025-04-16T17:41:16.656" v="117"/>
          <ac:spMkLst>
            <pc:docMk/>
            <pc:sldMk cId="0" sldId="273"/>
            <ac:spMk id="179" creationId="{00000000-0000-0000-0000-000000000000}"/>
          </ac:spMkLst>
        </pc:spChg>
      </pc:sldChg>
      <pc:sldChg chg="modSp mod modClrScheme chgLayout">
        <pc:chgData name="Guest User" userId="" providerId="Windows Live" clId="Web-{C0F16CF5-B24F-AB56-9A20-9F8988DC9B45}" dt="2025-04-16T17:41:16.656" v="117"/>
        <pc:sldMkLst>
          <pc:docMk/>
          <pc:sldMk cId="0" sldId="274"/>
        </pc:sldMkLst>
        <pc:spChg chg="mod ord">
          <ac:chgData name="Guest User" userId="" providerId="Windows Live" clId="Web-{C0F16CF5-B24F-AB56-9A20-9F8988DC9B45}" dt="2025-04-16T17:41:16.656" v="117"/>
          <ac:spMkLst>
            <pc:docMk/>
            <pc:sldMk cId="0" sldId="274"/>
            <ac:spMk id="186" creationId="{00000000-0000-0000-0000-000000000000}"/>
          </ac:spMkLst>
        </pc:spChg>
      </pc:sldChg>
      <pc:sldChg chg="modSp mod modClrScheme chgLayout">
        <pc:chgData name="Guest User" userId="" providerId="Windows Live" clId="Web-{C0F16CF5-B24F-AB56-9A20-9F8988DC9B45}" dt="2025-04-16T17:41:16.656" v="117"/>
        <pc:sldMkLst>
          <pc:docMk/>
          <pc:sldMk cId="0" sldId="275"/>
        </pc:sldMkLst>
        <pc:spChg chg="mod ord">
          <ac:chgData name="Guest User" userId="" providerId="Windows Live" clId="Web-{C0F16CF5-B24F-AB56-9A20-9F8988DC9B45}" dt="2025-04-16T17:41:16.656" v="117"/>
          <ac:spMkLst>
            <pc:docMk/>
            <pc:sldMk cId="0" sldId="275"/>
            <ac:spMk id="193" creationId="{00000000-0000-0000-0000-000000000000}"/>
          </ac:spMkLst>
        </pc:spChg>
      </pc:sldChg>
      <pc:sldChg chg="modSp mod modClrScheme chgLayout">
        <pc:chgData name="Guest User" userId="" providerId="Windows Live" clId="Web-{C0F16CF5-B24F-AB56-9A20-9F8988DC9B45}" dt="2025-04-16T17:41:16.656" v="117"/>
        <pc:sldMkLst>
          <pc:docMk/>
          <pc:sldMk cId="0" sldId="276"/>
        </pc:sldMkLst>
        <pc:spChg chg="mod ord">
          <ac:chgData name="Guest User" userId="" providerId="Windows Live" clId="Web-{C0F16CF5-B24F-AB56-9A20-9F8988DC9B45}" dt="2025-04-16T17:41:16.656" v="117"/>
          <ac:spMkLst>
            <pc:docMk/>
            <pc:sldMk cId="0" sldId="276"/>
            <ac:spMk id="200" creationId="{00000000-0000-0000-0000-000000000000}"/>
          </ac:spMkLst>
        </pc:spChg>
        <pc:spChg chg="mod ord">
          <ac:chgData name="Guest User" userId="" providerId="Windows Live" clId="Web-{C0F16CF5-B24F-AB56-9A20-9F8988DC9B45}" dt="2025-04-16T17:41:16.656" v="117"/>
          <ac:spMkLst>
            <pc:docMk/>
            <pc:sldMk cId="0" sldId="276"/>
            <ac:spMk id="201" creationId="{00000000-0000-0000-0000-000000000000}"/>
          </ac:spMkLst>
        </pc:spChg>
      </pc:sldChg>
      <pc:sldChg chg="modSp mod modClrScheme chgLayout">
        <pc:chgData name="Guest User" userId="" providerId="Windows Live" clId="Web-{C0F16CF5-B24F-AB56-9A20-9F8988DC9B45}" dt="2025-04-16T17:41:16.656" v="117"/>
        <pc:sldMkLst>
          <pc:docMk/>
          <pc:sldMk cId="0" sldId="277"/>
        </pc:sldMkLst>
        <pc:spChg chg="mod ord">
          <ac:chgData name="Guest User" userId="" providerId="Windows Live" clId="Web-{C0F16CF5-B24F-AB56-9A20-9F8988DC9B45}" dt="2025-04-16T17:41:16.656" v="117"/>
          <ac:spMkLst>
            <pc:docMk/>
            <pc:sldMk cId="0" sldId="277"/>
            <ac:spMk id="206" creationId="{00000000-0000-0000-0000-000000000000}"/>
          </ac:spMkLst>
        </pc:spChg>
      </pc:sldChg>
      <pc:sldChg chg="mod modClrScheme chgLayout">
        <pc:chgData name="Guest User" userId="" providerId="Windows Live" clId="Web-{C0F16CF5-B24F-AB56-9A20-9F8988DC9B45}" dt="2025-04-16T17:41:16.656" v="117"/>
        <pc:sldMkLst>
          <pc:docMk/>
          <pc:sldMk cId="0" sldId="279"/>
        </pc:sldMkLst>
      </pc:sldChg>
      <pc:sldChg chg="modSp mod modClrScheme chgLayout">
        <pc:chgData name="Guest User" userId="" providerId="Windows Live" clId="Web-{C0F16CF5-B24F-AB56-9A20-9F8988DC9B45}" dt="2025-04-16T17:41:16.656" v="117"/>
        <pc:sldMkLst>
          <pc:docMk/>
          <pc:sldMk cId="0" sldId="280"/>
        </pc:sldMkLst>
        <pc:spChg chg="mod ord">
          <ac:chgData name="Guest User" userId="" providerId="Windows Live" clId="Web-{C0F16CF5-B24F-AB56-9A20-9F8988DC9B45}" dt="2025-04-16T17:41:16.656" v="117"/>
          <ac:spMkLst>
            <pc:docMk/>
            <pc:sldMk cId="0" sldId="280"/>
            <ac:spMk id="225" creationId="{00000000-0000-0000-0000-000000000000}"/>
          </ac:spMkLst>
        </pc:spChg>
        <pc:spChg chg="mod ord">
          <ac:chgData name="Guest User" userId="" providerId="Windows Live" clId="Web-{C0F16CF5-B24F-AB56-9A20-9F8988DC9B45}" dt="2025-04-16T17:41:16.656" v="117"/>
          <ac:spMkLst>
            <pc:docMk/>
            <pc:sldMk cId="0" sldId="280"/>
            <ac:spMk id="226" creationId="{00000000-0000-0000-0000-000000000000}"/>
          </ac:spMkLst>
        </pc:spChg>
      </pc:sldChg>
      <pc:sldChg chg="modSp mod modClrScheme chgLayout">
        <pc:chgData name="Guest User" userId="" providerId="Windows Live" clId="Web-{C0F16CF5-B24F-AB56-9A20-9F8988DC9B45}" dt="2025-04-16T17:41:16.656" v="117"/>
        <pc:sldMkLst>
          <pc:docMk/>
          <pc:sldMk cId="0" sldId="281"/>
        </pc:sldMkLst>
        <pc:spChg chg="mod ord">
          <ac:chgData name="Guest User" userId="" providerId="Windows Live" clId="Web-{C0F16CF5-B24F-AB56-9A20-9F8988DC9B45}" dt="2025-04-16T17:41:16.656" v="117"/>
          <ac:spMkLst>
            <pc:docMk/>
            <pc:sldMk cId="0" sldId="281"/>
            <ac:spMk id="231" creationId="{00000000-0000-0000-0000-000000000000}"/>
          </ac:spMkLst>
        </pc:spChg>
        <pc:spChg chg="mod ord">
          <ac:chgData name="Guest User" userId="" providerId="Windows Live" clId="Web-{C0F16CF5-B24F-AB56-9A20-9F8988DC9B45}" dt="2025-04-16T17:41:16.656" v="117"/>
          <ac:spMkLst>
            <pc:docMk/>
            <pc:sldMk cId="0" sldId="281"/>
            <ac:spMk id="232" creationId="{00000000-0000-0000-0000-000000000000}"/>
          </ac:spMkLst>
        </pc:spChg>
      </pc:sldChg>
      <pc:sldChg chg="modSp mod modClrScheme chgLayout">
        <pc:chgData name="Guest User" userId="" providerId="Windows Live" clId="Web-{C0F16CF5-B24F-AB56-9A20-9F8988DC9B45}" dt="2025-04-16T17:41:16.656" v="117"/>
        <pc:sldMkLst>
          <pc:docMk/>
          <pc:sldMk cId="0" sldId="283"/>
        </pc:sldMkLst>
        <pc:spChg chg="mod ord">
          <ac:chgData name="Guest User" userId="" providerId="Windows Live" clId="Web-{C0F16CF5-B24F-AB56-9A20-9F8988DC9B45}" dt="2025-04-16T17:41:16.656" v="117"/>
          <ac:spMkLst>
            <pc:docMk/>
            <pc:sldMk cId="0" sldId="283"/>
            <ac:spMk id="243" creationId="{00000000-0000-0000-0000-000000000000}"/>
          </ac:spMkLst>
        </pc:spChg>
        <pc:spChg chg="mod ord">
          <ac:chgData name="Guest User" userId="" providerId="Windows Live" clId="Web-{C0F16CF5-B24F-AB56-9A20-9F8988DC9B45}" dt="2025-04-16T17:41:16.656" v="117"/>
          <ac:spMkLst>
            <pc:docMk/>
            <pc:sldMk cId="0" sldId="283"/>
            <ac:spMk id="244" creationId="{00000000-0000-0000-0000-000000000000}"/>
          </ac:spMkLst>
        </pc:spChg>
      </pc:sldChg>
      <pc:sldChg chg="modSp mod modClrScheme chgLayout">
        <pc:chgData name="Guest User" userId="" providerId="Windows Live" clId="Web-{C0F16CF5-B24F-AB56-9A20-9F8988DC9B45}" dt="2025-04-16T17:41:16.656" v="117"/>
        <pc:sldMkLst>
          <pc:docMk/>
          <pc:sldMk cId="0" sldId="284"/>
        </pc:sldMkLst>
        <pc:spChg chg="mod ord">
          <ac:chgData name="Guest User" userId="" providerId="Windows Live" clId="Web-{C0F16CF5-B24F-AB56-9A20-9F8988DC9B45}" dt="2025-04-16T17:41:16.656" v="117"/>
          <ac:spMkLst>
            <pc:docMk/>
            <pc:sldMk cId="0" sldId="284"/>
            <ac:spMk id="249" creationId="{00000000-0000-0000-0000-000000000000}"/>
          </ac:spMkLst>
        </pc:spChg>
      </pc:sldChg>
      <pc:sldChg chg="modSp mod modClrScheme chgLayout">
        <pc:chgData name="Guest User" userId="" providerId="Windows Live" clId="Web-{C0F16CF5-B24F-AB56-9A20-9F8988DC9B45}" dt="2025-04-16T17:41:16.656" v="117"/>
        <pc:sldMkLst>
          <pc:docMk/>
          <pc:sldMk cId="0" sldId="285"/>
        </pc:sldMkLst>
        <pc:spChg chg="mod ord">
          <ac:chgData name="Guest User" userId="" providerId="Windows Live" clId="Web-{C0F16CF5-B24F-AB56-9A20-9F8988DC9B45}" dt="2025-04-16T17:41:16.656" v="117"/>
          <ac:spMkLst>
            <pc:docMk/>
            <pc:sldMk cId="0" sldId="285"/>
            <ac:spMk id="256" creationId="{00000000-0000-0000-0000-000000000000}"/>
          </ac:spMkLst>
        </pc:spChg>
        <pc:spChg chg="mod ord">
          <ac:chgData name="Guest User" userId="" providerId="Windows Live" clId="Web-{C0F16CF5-B24F-AB56-9A20-9F8988DC9B45}" dt="2025-04-16T17:41:16.656" v="117"/>
          <ac:spMkLst>
            <pc:docMk/>
            <pc:sldMk cId="0" sldId="285"/>
            <ac:spMk id="257" creationId="{00000000-0000-0000-0000-000000000000}"/>
          </ac:spMkLst>
        </pc:spChg>
      </pc:sldChg>
      <pc:sldChg chg="modSp mod modClrScheme chgLayout">
        <pc:chgData name="Guest User" userId="" providerId="Windows Live" clId="Web-{C0F16CF5-B24F-AB56-9A20-9F8988DC9B45}" dt="2025-04-16T17:41:16.656" v="117"/>
        <pc:sldMkLst>
          <pc:docMk/>
          <pc:sldMk cId="0" sldId="286"/>
        </pc:sldMkLst>
        <pc:spChg chg="mod ord">
          <ac:chgData name="Guest User" userId="" providerId="Windows Live" clId="Web-{C0F16CF5-B24F-AB56-9A20-9F8988DC9B45}" dt="2025-04-16T17:41:16.656" v="117"/>
          <ac:spMkLst>
            <pc:docMk/>
            <pc:sldMk cId="0" sldId="286"/>
            <ac:spMk id="262" creationId="{00000000-0000-0000-0000-000000000000}"/>
          </ac:spMkLst>
        </pc:spChg>
        <pc:spChg chg="mod ord">
          <ac:chgData name="Guest User" userId="" providerId="Windows Live" clId="Web-{C0F16CF5-B24F-AB56-9A20-9F8988DC9B45}" dt="2025-04-16T17:41:16.656" v="117"/>
          <ac:spMkLst>
            <pc:docMk/>
            <pc:sldMk cId="0" sldId="286"/>
            <ac:spMk id="263" creationId="{00000000-0000-0000-0000-000000000000}"/>
          </ac:spMkLst>
        </pc:spChg>
      </pc:sldChg>
      <pc:sldChg chg="modSp mod modClrScheme chgLayout">
        <pc:chgData name="Guest User" userId="" providerId="Windows Live" clId="Web-{C0F16CF5-B24F-AB56-9A20-9F8988DC9B45}" dt="2025-04-16T17:41:16.656" v="117"/>
        <pc:sldMkLst>
          <pc:docMk/>
          <pc:sldMk cId="0" sldId="287"/>
        </pc:sldMkLst>
        <pc:spChg chg="mod ord">
          <ac:chgData name="Guest User" userId="" providerId="Windows Live" clId="Web-{C0F16CF5-B24F-AB56-9A20-9F8988DC9B45}" dt="2025-04-16T17:41:16.656" v="117"/>
          <ac:spMkLst>
            <pc:docMk/>
            <pc:sldMk cId="0" sldId="287"/>
            <ac:spMk id="270" creationId="{00000000-0000-0000-0000-000000000000}"/>
          </ac:spMkLst>
        </pc:spChg>
        <pc:spChg chg="mod ord">
          <ac:chgData name="Guest User" userId="" providerId="Windows Live" clId="Web-{C0F16CF5-B24F-AB56-9A20-9F8988DC9B45}" dt="2025-04-16T17:41:16.656" v="117"/>
          <ac:spMkLst>
            <pc:docMk/>
            <pc:sldMk cId="0" sldId="287"/>
            <ac:spMk id="271" creationId="{00000000-0000-0000-0000-000000000000}"/>
          </ac:spMkLst>
        </pc:spChg>
      </pc:sldChg>
      <pc:sldChg chg="modSp mod modClrScheme chgLayout">
        <pc:chgData name="Guest User" userId="" providerId="Windows Live" clId="Web-{C0F16CF5-B24F-AB56-9A20-9F8988DC9B45}" dt="2025-04-16T17:41:16.656" v="117"/>
        <pc:sldMkLst>
          <pc:docMk/>
          <pc:sldMk cId="0" sldId="288"/>
        </pc:sldMkLst>
        <pc:spChg chg="mod ord">
          <ac:chgData name="Guest User" userId="" providerId="Windows Live" clId="Web-{C0F16CF5-B24F-AB56-9A20-9F8988DC9B45}" dt="2025-04-16T17:41:16.656" v="117"/>
          <ac:spMkLst>
            <pc:docMk/>
            <pc:sldMk cId="0" sldId="288"/>
            <ac:spMk id="280" creationId="{00000000-0000-0000-0000-000000000000}"/>
          </ac:spMkLst>
        </pc:spChg>
        <pc:spChg chg="mod ord">
          <ac:chgData name="Guest User" userId="" providerId="Windows Live" clId="Web-{C0F16CF5-B24F-AB56-9A20-9F8988DC9B45}" dt="2025-04-16T17:41:16.656" v="117"/>
          <ac:spMkLst>
            <pc:docMk/>
            <pc:sldMk cId="0" sldId="288"/>
            <ac:spMk id="281" creationId="{00000000-0000-0000-0000-000000000000}"/>
          </ac:spMkLst>
        </pc:spChg>
      </pc:sldChg>
      <pc:sldChg chg="modSp mod modClrScheme chgLayout">
        <pc:chgData name="Guest User" userId="" providerId="Windows Live" clId="Web-{C0F16CF5-B24F-AB56-9A20-9F8988DC9B45}" dt="2025-04-16T17:41:16.656" v="117"/>
        <pc:sldMkLst>
          <pc:docMk/>
          <pc:sldMk cId="0" sldId="289"/>
        </pc:sldMkLst>
        <pc:spChg chg="mod ord">
          <ac:chgData name="Guest User" userId="" providerId="Windows Live" clId="Web-{C0F16CF5-B24F-AB56-9A20-9F8988DC9B45}" dt="2025-04-16T17:41:16.656" v="117"/>
          <ac:spMkLst>
            <pc:docMk/>
            <pc:sldMk cId="0" sldId="289"/>
            <ac:spMk id="286" creationId="{00000000-0000-0000-0000-000000000000}"/>
          </ac:spMkLst>
        </pc:spChg>
        <pc:spChg chg="mod ord">
          <ac:chgData name="Guest User" userId="" providerId="Windows Live" clId="Web-{C0F16CF5-B24F-AB56-9A20-9F8988DC9B45}" dt="2025-04-16T17:41:16.656" v="117"/>
          <ac:spMkLst>
            <pc:docMk/>
            <pc:sldMk cId="0" sldId="289"/>
            <ac:spMk id="287" creationId="{00000000-0000-0000-0000-000000000000}"/>
          </ac:spMkLst>
        </pc:spChg>
      </pc:sldChg>
      <pc:sldChg chg="modSp mod modClrScheme chgLayout">
        <pc:chgData name="Guest User" userId="" providerId="Windows Live" clId="Web-{C0F16CF5-B24F-AB56-9A20-9F8988DC9B45}" dt="2025-04-16T17:41:16.656" v="117"/>
        <pc:sldMkLst>
          <pc:docMk/>
          <pc:sldMk cId="0" sldId="290"/>
        </pc:sldMkLst>
        <pc:spChg chg="mod ord">
          <ac:chgData name="Guest User" userId="" providerId="Windows Live" clId="Web-{C0F16CF5-B24F-AB56-9A20-9F8988DC9B45}" dt="2025-04-16T17:41:16.656" v="117"/>
          <ac:spMkLst>
            <pc:docMk/>
            <pc:sldMk cId="0" sldId="290"/>
            <ac:spMk id="292" creationId="{00000000-0000-0000-0000-000000000000}"/>
          </ac:spMkLst>
        </pc:spChg>
      </pc:sldChg>
      <pc:sldChg chg="modSp mod modClrScheme chgLayout">
        <pc:chgData name="Guest User" userId="" providerId="Windows Live" clId="Web-{C0F16CF5-B24F-AB56-9A20-9F8988DC9B45}" dt="2025-04-16T17:41:16.656" v="117"/>
        <pc:sldMkLst>
          <pc:docMk/>
          <pc:sldMk cId="0" sldId="291"/>
        </pc:sldMkLst>
        <pc:spChg chg="mod ord">
          <ac:chgData name="Guest User" userId="" providerId="Windows Live" clId="Web-{C0F16CF5-B24F-AB56-9A20-9F8988DC9B45}" dt="2025-04-16T17:41:16.656" v="117"/>
          <ac:spMkLst>
            <pc:docMk/>
            <pc:sldMk cId="0" sldId="291"/>
            <ac:spMk id="299" creationId="{00000000-0000-0000-0000-000000000000}"/>
          </ac:spMkLst>
        </pc:spChg>
      </pc:sldChg>
      <pc:sldChg chg="modSp mod modClrScheme chgLayout">
        <pc:chgData name="Guest User" userId="" providerId="Windows Live" clId="Web-{C0F16CF5-B24F-AB56-9A20-9F8988DC9B45}" dt="2025-04-16T17:41:16.656" v="117"/>
        <pc:sldMkLst>
          <pc:docMk/>
          <pc:sldMk cId="0" sldId="292"/>
        </pc:sldMkLst>
        <pc:spChg chg="mod ord">
          <ac:chgData name="Guest User" userId="" providerId="Windows Live" clId="Web-{C0F16CF5-B24F-AB56-9A20-9F8988DC9B45}" dt="2025-04-16T17:41:16.656" v="117"/>
          <ac:spMkLst>
            <pc:docMk/>
            <pc:sldMk cId="0" sldId="292"/>
            <ac:spMk id="306" creationId="{00000000-0000-0000-0000-000000000000}"/>
          </ac:spMkLst>
        </pc:spChg>
        <pc:spChg chg="mod ord">
          <ac:chgData name="Guest User" userId="" providerId="Windows Live" clId="Web-{C0F16CF5-B24F-AB56-9A20-9F8988DC9B45}" dt="2025-04-16T17:41:16.656" v="117"/>
          <ac:spMkLst>
            <pc:docMk/>
            <pc:sldMk cId="0" sldId="292"/>
            <ac:spMk id="307" creationId="{00000000-0000-0000-0000-000000000000}"/>
          </ac:spMkLst>
        </pc:spChg>
      </pc:sldChg>
      <pc:sldChg chg="modSp mod modClrScheme chgLayout">
        <pc:chgData name="Guest User" userId="" providerId="Windows Live" clId="Web-{C0F16CF5-B24F-AB56-9A20-9F8988DC9B45}" dt="2025-04-16T17:41:16.656" v="117"/>
        <pc:sldMkLst>
          <pc:docMk/>
          <pc:sldMk cId="0" sldId="293"/>
        </pc:sldMkLst>
        <pc:spChg chg="mod ord">
          <ac:chgData name="Guest User" userId="" providerId="Windows Live" clId="Web-{C0F16CF5-B24F-AB56-9A20-9F8988DC9B45}" dt="2025-04-16T17:41:16.656" v="117"/>
          <ac:spMkLst>
            <pc:docMk/>
            <pc:sldMk cId="0" sldId="293"/>
            <ac:spMk id="312" creationId="{00000000-0000-0000-0000-000000000000}"/>
          </ac:spMkLst>
        </pc:spChg>
        <pc:spChg chg="mod ord">
          <ac:chgData name="Guest User" userId="" providerId="Windows Live" clId="Web-{C0F16CF5-B24F-AB56-9A20-9F8988DC9B45}" dt="2025-04-16T17:41:16.656" v="117"/>
          <ac:spMkLst>
            <pc:docMk/>
            <pc:sldMk cId="0" sldId="293"/>
            <ac:spMk id="313" creationId="{00000000-0000-0000-0000-000000000000}"/>
          </ac:spMkLst>
        </pc:spChg>
      </pc:sldChg>
      <pc:sldChg chg="modSp mod modClrScheme chgLayout">
        <pc:chgData name="Guest User" userId="" providerId="Windows Live" clId="Web-{C0F16CF5-B24F-AB56-9A20-9F8988DC9B45}" dt="2025-04-16T17:41:16.656" v="117"/>
        <pc:sldMkLst>
          <pc:docMk/>
          <pc:sldMk cId="0" sldId="294"/>
        </pc:sldMkLst>
        <pc:spChg chg="mod ord">
          <ac:chgData name="Guest User" userId="" providerId="Windows Live" clId="Web-{C0F16CF5-B24F-AB56-9A20-9F8988DC9B45}" dt="2025-04-16T17:41:16.656" v="117"/>
          <ac:spMkLst>
            <pc:docMk/>
            <pc:sldMk cId="0" sldId="294"/>
            <ac:spMk id="319" creationId="{00000000-0000-0000-0000-000000000000}"/>
          </ac:spMkLst>
        </pc:spChg>
      </pc:sldChg>
      <pc:sldChg chg="modSp mod modClrScheme chgLayout">
        <pc:chgData name="Guest User" userId="" providerId="Windows Live" clId="Web-{C0F16CF5-B24F-AB56-9A20-9F8988DC9B45}" dt="2025-04-16T17:41:16.656" v="117"/>
        <pc:sldMkLst>
          <pc:docMk/>
          <pc:sldMk cId="0" sldId="295"/>
        </pc:sldMkLst>
        <pc:spChg chg="mod ord">
          <ac:chgData name="Guest User" userId="" providerId="Windows Live" clId="Web-{C0F16CF5-B24F-AB56-9A20-9F8988DC9B45}" dt="2025-04-16T17:41:16.656" v="117"/>
          <ac:spMkLst>
            <pc:docMk/>
            <pc:sldMk cId="0" sldId="295"/>
            <ac:spMk id="326" creationId="{00000000-0000-0000-0000-000000000000}"/>
          </ac:spMkLst>
        </pc:spChg>
        <pc:spChg chg="mod ord">
          <ac:chgData name="Guest User" userId="" providerId="Windows Live" clId="Web-{C0F16CF5-B24F-AB56-9A20-9F8988DC9B45}" dt="2025-04-16T17:41:16.656" v="117"/>
          <ac:spMkLst>
            <pc:docMk/>
            <pc:sldMk cId="0" sldId="295"/>
            <ac:spMk id="327" creationId="{00000000-0000-0000-0000-000000000000}"/>
          </ac:spMkLst>
        </pc:spChg>
      </pc:sldChg>
      <pc:sldChg chg="modSp mod modClrScheme chgLayout">
        <pc:chgData name="Guest User" userId="" providerId="Windows Live" clId="Web-{C0F16CF5-B24F-AB56-9A20-9F8988DC9B45}" dt="2025-04-16T17:41:16.656" v="117"/>
        <pc:sldMkLst>
          <pc:docMk/>
          <pc:sldMk cId="0" sldId="296"/>
        </pc:sldMkLst>
        <pc:spChg chg="mod ord">
          <ac:chgData name="Guest User" userId="" providerId="Windows Live" clId="Web-{C0F16CF5-B24F-AB56-9A20-9F8988DC9B45}" dt="2025-04-16T17:41:16.656" v="117"/>
          <ac:spMkLst>
            <pc:docMk/>
            <pc:sldMk cId="0" sldId="296"/>
            <ac:spMk id="332" creationId="{00000000-0000-0000-0000-000000000000}"/>
          </ac:spMkLst>
        </pc:spChg>
        <pc:spChg chg="mod ord">
          <ac:chgData name="Guest User" userId="" providerId="Windows Live" clId="Web-{C0F16CF5-B24F-AB56-9A20-9F8988DC9B45}" dt="2025-04-16T17:41:16.656" v="117"/>
          <ac:spMkLst>
            <pc:docMk/>
            <pc:sldMk cId="0" sldId="296"/>
            <ac:spMk id="333" creationId="{00000000-0000-0000-0000-000000000000}"/>
          </ac:spMkLst>
        </pc:spChg>
      </pc:sldChg>
      <pc:sldChg chg="modSp mod modClrScheme chgLayout">
        <pc:chgData name="Guest User" userId="" providerId="Windows Live" clId="Web-{C0F16CF5-B24F-AB56-9A20-9F8988DC9B45}" dt="2025-04-16T17:41:16.656" v="117"/>
        <pc:sldMkLst>
          <pc:docMk/>
          <pc:sldMk cId="0" sldId="297"/>
        </pc:sldMkLst>
        <pc:spChg chg="mod ord">
          <ac:chgData name="Guest User" userId="" providerId="Windows Live" clId="Web-{C0F16CF5-B24F-AB56-9A20-9F8988DC9B45}" dt="2025-04-16T17:41:16.656" v="117"/>
          <ac:spMkLst>
            <pc:docMk/>
            <pc:sldMk cId="0" sldId="297"/>
            <ac:spMk id="338" creationId="{00000000-0000-0000-0000-000000000000}"/>
          </ac:spMkLst>
        </pc:spChg>
      </pc:sldChg>
      <pc:sldChg chg="modSp mod modClrScheme chgLayout">
        <pc:chgData name="Guest User" userId="" providerId="Windows Live" clId="Web-{C0F16CF5-B24F-AB56-9A20-9F8988DC9B45}" dt="2025-04-16T17:41:16.656" v="117"/>
        <pc:sldMkLst>
          <pc:docMk/>
          <pc:sldMk cId="0" sldId="298"/>
        </pc:sldMkLst>
        <pc:spChg chg="mod ord">
          <ac:chgData name="Guest User" userId="" providerId="Windows Live" clId="Web-{C0F16CF5-B24F-AB56-9A20-9F8988DC9B45}" dt="2025-04-16T17:41:16.656" v="117"/>
          <ac:spMkLst>
            <pc:docMk/>
            <pc:sldMk cId="0" sldId="298"/>
            <ac:spMk id="345" creationId="{00000000-0000-0000-0000-000000000000}"/>
          </ac:spMkLst>
        </pc:spChg>
        <pc:spChg chg="mod ord">
          <ac:chgData name="Guest User" userId="" providerId="Windows Live" clId="Web-{C0F16CF5-B24F-AB56-9A20-9F8988DC9B45}" dt="2025-04-16T17:41:16.656" v="117"/>
          <ac:spMkLst>
            <pc:docMk/>
            <pc:sldMk cId="0" sldId="298"/>
            <ac:spMk id="346" creationId="{00000000-0000-0000-0000-000000000000}"/>
          </ac:spMkLst>
        </pc:spChg>
      </pc:sldChg>
      <pc:sldChg chg="modSp mod modClrScheme chgLayout">
        <pc:chgData name="Guest User" userId="" providerId="Windows Live" clId="Web-{C0F16CF5-B24F-AB56-9A20-9F8988DC9B45}" dt="2025-04-16T17:41:16.656" v="117"/>
        <pc:sldMkLst>
          <pc:docMk/>
          <pc:sldMk cId="0" sldId="299"/>
        </pc:sldMkLst>
        <pc:spChg chg="mod ord">
          <ac:chgData name="Guest User" userId="" providerId="Windows Live" clId="Web-{C0F16CF5-B24F-AB56-9A20-9F8988DC9B45}" dt="2025-04-16T17:41:16.656" v="117"/>
          <ac:spMkLst>
            <pc:docMk/>
            <pc:sldMk cId="0" sldId="299"/>
            <ac:spMk id="351" creationId="{00000000-0000-0000-0000-000000000000}"/>
          </ac:spMkLst>
        </pc:spChg>
      </pc:sldChg>
      <pc:sldChg chg="modSp mod modClrScheme chgLayout">
        <pc:chgData name="Guest User" userId="" providerId="Windows Live" clId="Web-{C0F16CF5-B24F-AB56-9A20-9F8988DC9B45}" dt="2025-04-16T17:41:16.656" v="117"/>
        <pc:sldMkLst>
          <pc:docMk/>
          <pc:sldMk cId="0" sldId="300"/>
        </pc:sldMkLst>
        <pc:spChg chg="mod ord">
          <ac:chgData name="Guest User" userId="" providerId="Windows Live" clId="Web-{C0F16CF5-B24F-AB56-9A20-9F8988DC9B45}" dt="2025-04-16T17:41:16.656" v="117"/>
          <ac:spMkLst>
            <pc:docMk/>
            <pc:sldMk cId="0" sldId="300"/>
            <ac:spMk id="358" creationId="{00000000-0000-0000-0000-000000000000}"/>
          </ac:spMkLst>
        </pc:spChg>
      </pc:sldChg>
      <pc:sldChg chg="modSp mod modClrScheme chgLayout">
        <pc:chgData name="Guest User" userId="" providerId="Windows Live" clId="Web-{C0F16CF5-B24F-AB56-9A20-9F8988DC9B45}" dt="2025-04-16T17:41:16.656" v="117"/>
        <pc:sldMkLst>
          <pc:docMk/>
          <pc:sldMk cId="0" sldId="301"/>
        </pc:sldMkLst>
        <pc:spChg chg="mod ord">
          <ac:chgData name="Guest User" userId="" providerId="Windows Live" clId="Web-{C0F16CF5-B24F-AB56-9A20-9F8988DC9B45}" dt="2025-04-16T17:41:16.656" v="117"/>
          <ac:spMkLst>
            <pc:docMk/>
            <pc:sldMk cId="0" sldId="301"/>
            <ac:spMk id="365" creationId="{00000000-0000-0000-0000-000000000000}"/>
          </ac:spMkLst>
        </pc:spChg>
      </pc:sldChg>
      <pc:sldChg chg="modSp mod modClrScheme chgLayout">
        <pc:chgData name="Guest User" userId="" providerId="Windows Live" clId="Web-{C0F16CF5-B24F-AB56-9A20-9F8988DC9B45}" dt="2025-04-16T17:41:16.656" v="117"/>
        <pc:sldMkLst>
          <pc:docMk/>
          <pc:sldMk cId="0" sldId="302"/>
        </pc:sldMkLst>
        <pc:spChg chg="mod ord">
          <ac:chgData name="Guest User" userId="" providerId="Windows Live" clId="Web-{C0F16CF5-B24F-AB56-9A20-9F8988DC9B45}" dt="2025-04-16T17:41:16.656" v="117"/>
          <ac:spMkLst>
            <pc:docMk/>
            <pc:sldMk cId="0" sldId="302"/>
            <ac:spMk id="372" creationId="{00000000-0000-0000-0000-000000000000}"/>
          </ac:spMkLst>
        </pc:spChg>
      </pc:sldChg>
      <pc:sldChg chg="modSp mod modClrScheme chgLayout">
        <pc:chgData name="Guest User" userId="" providerId="Windows Live" clId="Web-{C0F16CF5-B24F-AB56-9A20-9F8988DC9B45}" dt="2025-04-16T17:41:16.656" v="117"/>
        <pc:sldMkLst>
          <pc:docMk/>
          <pc:sldMk cId="0" sldId="303"/>
        </pc:sldMkLst>
        <pc:spChg chg="mod ord">
          <ac:chgData name="Guest User" userId="" providerId="Windows Live" clId="Web-{C0F16CF5-B24F-AB56-9A20-9F8988DC9B45}" dt="2025-04-16T17:41:16.656" v="117"/>
          <ac:spMkLst>
            <pc:docMk/>
            <pc:sldMk cId="0" sldId="303"/>
            <ac:spMk id="379" creationId="{00000000-0000-0000-0000-000000000000}"/>
          </ac:spMkLst>
        </pc:spChg>
        <pc:spChg chg="mod ord">
          <ac:chgData name="Guest User" userId="" providerId="Windows Live" clId="Web-{C0F16CF5-B24F-AB56-9A20-9F8988DC9B45}" dt="2025-04-16T17:41:16.656" v="117"/>
          <ac:spMkLst>
            <pc:docMk/>
            <pc:sldMk cId="0" sldId="303"/>
            <ac:spMk id="380" creationId="{00000000-0000-0000-0000-000000000000}"/>
          </ac:spMkLst>
        </pc:spChg>
      </pc:sldChg>
      <pc:sldChg chg="modSp mod modClrScheme chgLayout">
        <pc:chgData name="Guest User" userId="" providerId="Windows Live" clId="Web-{C0F16CF5-B24F-AB56-9A20-9F8988DC9B45}" dt="2025-04-16T17:41:16.656" v="117"/>
        <pc:sldMkLst>
          <pc:docMk/>
          <pc:sldMk cId="0" sldId="304"/>
        </pc:sldMkLst>
        <pc:spChg chg="mod ord">
          <ac:chgData name="Guest User" userId="" providerId="Windows Live" clId="Web-{C0F16CF5-B24F-AB56-9A20-9F8988DC9B45}" dt="2025-04-16T17:41:16.656" v="117"/>
          <ac:spMkLst>
            <pc:docMk/>
            <pc:sldMk cId="0" sldId="304"/>
            <ac:spMk id="386" creationId="{00000000-0000-0000-0000-000000000000}"/>
          </ac:spMkLst>
        </pc:spChg>
        <pc:spChg chg="mod ord">
          <ac:chgData name="Guest User" userId="" providerId="Windows Live" clId="Web-{C0F16CF5-B24F-AB56-9A20-9F8988DC9B45}" dt="2025-04-16T17:41:16.656" v="117"/>
          <ac:spMkLst>
            <pc:docMk/>
            <pc:sldMk cId="0" sldId="304"/>
            <ac:spMk id="387" creationId="{00000000-0000-0000-0000-000000000000}"/>
          </ac:spMkLst>
        </pc:spChg>
      </pc:sldChg>
      <pc:sldChg chg="modSp mod modClrScheme chgLayout">
        <pc:chgData name="Guest User" userId="" providerId="Windows Live" clId="Web-{C0F16CF5-B24F-AB56-9A20-9F8988DC9B45}" dt="2025-04-16T17:41:16.656" v="117"/>
        <pc:sldMkLst>
          <pc:docMk/>
          <pc:sldMk cId="0" sldId="305"/>
        </pc:sldMkLst>
        <pc:spChg chg="mod ord">
          <ac:chgData name="Guest User" userId="" providerId="Windows Live" clId="Web-{C0F16CF5-B24F-AB56-9A20-9F8988DC9B45}" dt="2025-04-16T17:41:16.656" v="117"/>
          <ac:spMkLst>
            <pc:docMk/>
            <pc:sldMk cId="0" sldId="305"/>
            <ac:spMk id="392" creationId="{00000000-0000-0000-0000-000000000000}"/>
          </ac:spMkLst>
        </pc:spChg>
        <pc:spChg chg="mod ord">
          <ac:chgData name="Guest User" userId="" providerId="Windows Live" clId="Web-{C0F16CF5-B24F-AB56-9A20-9F8988DC9B45}" dt="2025-04-16T17:41:16.656" v="117"/>
          <ac:spMkLst>
            <pc:docMk/>
            <pc:sldMk cId="0" sldId="305"/>
            <ac:spMk id="393" creationId="{00000000-0000-0000-0000-000000000000}"/>
          </ac:spMkLst>
        </pc:spChg>
      </pc:sldChg>
      <pc:sldChg chg="modSp mod modClrScheme chgLayout">
        <pc:chgData name="Guest User" userId="" providerId="Windows Live" clId="Web-{C0F16CF5-B24F-AB56-9A20-9F8988DC9B45}" dt="2025-04-16T17:41:16.656" v="117"/>
        <pc:sldMkLst>
          <pc:docMk/>
          <pc:sldMk cId="0" sldId="306"/>
        </pc:sldMkLst>
        <pc:spChg chg="mod ord">
          <ac:chgData name="Guest User" userId="" providerId="Windows Live" clId="Web-{C0F16CF5-B24F-AB56-9A20-9F8988DC9B45}" dt="2025-04-16T17:41:16.656" v="117"/>
          <ac:spMkLst>
            <pc:docMk/>
            <pc:sldMk cId="0" sldId="306"/>
            <ac:spMk id="402" creationId="{00000000-0000-0000-0000-000000000000}"/>
          </ac:spMkLst>
        </pc:spChg>
        <pc:spChg chg="mod ord">
          <ac:chgData name="Guest User" userId="" providerId="Windows Live" clId="Web-{C0F16CF5-B24F-AB56-9A20-9F8988DC9B45}" dt="2025-04-16T17:41:16.656" v="117"/>
          <ac:spMkLst>
            <pc:docMk/>
            <pc:sldMk cId="0" sldId="306"/>
            <ac:spMk id="403" creationId="{00000000-0000-0000-0000-000000000000}"/>
          </ac:spMkLst>
        </pc:spChg>
      </pc:sldChg>
      <pc:sldChg chg="modSp mod modClrScheme chgLayout">
        <pc:chgData name="Guest User" userId="" providerId="Windows Live" clId="Web-{C0F16CF5-B24F-AB56-9A20-9F8988DC9B45}" dt="2025-04-16T17:41:16.656" v="117"/>
        <pc:sldMkLst>
          <pc:docMk/>
          <pc:sldMk cId="0" sldId="307"/>
        </pc:sldMkLst>
        <pc:spChg chg="mod ord">
          <ac:chgData name="Guest User" userId="" providerId="Windows Live" clId="Web-{C0F16CF5-B24F-AB56-9A20-9F8988DC9B45}" dt="2025-04-16T17:41:16.656" v="117"/>
          <ac:spMkLst>
            <pc:docMk/>
            <pc:sldMk cId="0" sldId="307"/>
            <ac:spMk id="409" creationId="{00000000-0000-0000-0000-000000000000}"/>
          </ac:spMkLst>
        </pc:spChg>
      </pc:sldChg>
      <pc:sldChg chg="modSp mod modClrScheme chgLayout">
        <pc:chgData name="Guest User" userId="" providerId="Windows Live" clId="Web-{C0F16CF5-B24F-AB56-9A20-9F8988DC9B45}" dt="2025-04-16T17:41:16.656" v="117"/>
        <pc:sldMkLst>
          <pc:docMk/>
          <pc:sldMk cId="0" sldId="308"/>
        </pc:sldMkLst>
        <pc:spChg chg="mod ord">
          <ac:chgData name="Guest User" userId="" providerId="Windows Live" clId="Web-{C0F16CF5-B24F-AB56-9A20-9F8988DC9B45}" dt="2025-04-16T17:41:16.656" v="117"/>
          <ac:spMkLst>
            <pc:docMk/>
            <pc:sldMk cId="0" sldId="308"/>
            <ac:spMk id="416" creationId="{00000000-0000-0000-0000-000000000000}"/>
          </ac:spMkLst>
        </pc:spChg>
        <pc:spChg chg="mod ord">
          <ac:chgData name="Guest User" userId="" providerId="Windows Live" clId="Web-{C0F16CF5-B24F-AB56-9A20-9F8988DC9B45}" dt="2025-04-16T17:41:16.656" v="117"/>
          <ac:spMkLst>
            <pc:docMk/>
            <pc:sldMk cId="0" sldId="308"/>
            <ac:spMk id="417" creationId="{00000000-0000-0000-0000-000000000000}"/>
          </ac:spMkLst>
        </pc:spChg>
      </pc:sldChg>
      <pc:sldChg chg="modSp mod modClrScheme chgLayout">
        <pc:chgData name="Guest User" userId="" providerId="Windows Live" clId="Web-{C0F16CF5-B24F-AB56-9A20-9F8988DC9B45}" dt="2025-04-16T17:41:16.656" v="117"/>
        <pc:sldMkLst>
          <pc:docMk/>
          <pc:sldMk cId="0" sldId="309"/>
        </pc:sldMkLst>
        <pc:spChg chg="mod ord">
          <ac:chgData name="Guest User" userId="" providerId="Windows Live" clId="Web-{C0F16CF5-B24F-AB56-9A20-9F8988DC9B45}" dt="2025-04-16T17:41:16.656" v="117"/>
          <ac:spMkLst>
            <pc:docMk/>
            <pc:sldMk cId="0" sldId="309"/>
            <ac:spMk id="423" creationId="{00000000-0000-0000-0000-000000000000}"/>
          </ac:spMkLst>
        </pc:spChg>
      </pc:sldChg>
      <pc:sldChg chg="modSp mod modClrScheme chgLayout">
        <pc:chgData name="Guest User" userId="" providerId="Windows Live" clId="Web-{C0F16CF5-B24F-AB56-9A20-9F8988DC9B45}" dt="2025-04-16T17:41:16.656" v="117"/>
        <pc:sldMkLst>
          <pc:docMk/>
          <pc:sldMk cId="0" sldId="310"/>
        </pc:sldMkLst>
        <pc:spChg chg="mod ord">
          <ac:chgData name="Guest User" userId="" providerId="Windows Live" clId="Web-{C0F16CF5-B24F-AB56-9A20-9F8988DC9B45}" dt="2025-04-16T17:41:16.656" v="117"/>
          <ac:spMkLst>
            <pc:docMk/>
            <pc:sldMk cId="0" sldId="310"/>
            <ac:spMk id="430" creationId="{00000000-0000-0000-0000-000000000000}"/>
          </ac:spMkLst>
        </pc:spChg>
      </pc:sldChg>
      <pc:sldChg chg="modSp mod modClrScheme chgLayout">
        <pc:chgData name="Guest User" userId="" providerId="Windows Live" clId="Web-{C0F16CF5-B24F-AB56-9A20-9F8988DC9B45}" dt="2025-04-16T17:41:16.656" v="117"/>
        <pc:sldMkLst>
          <pc:docMk/>
          <pc:sldMk cId="0" sldId="311"/>
        </pc:sldMkLst>
        <pc:spChg chg="mod ord">
          <ac:chgData name="Guest User" userId="" providerId="Windows Live" clId="Web-{C0F16CF5-B24F-AB56-9A20-9F8988DC9B45}" dt="2025-04-16T17:41:16.656" v="117"/>
          <ac:spMkLst>
            <pc:docMk/>
            <pc:sldMk cId="0" sldId="311"/>
            <ac:spMk id="437" creationId="{00000000-0000-0000-0000-000000000000}"/>
          </ac:spMkLst>
        </pc:spChg>
      </pc:sldChg>
      <pc:sldChg chg="modSp mod modClrScheme chgLayout">
        <pc:chgData name="Guest User" userId="" providerId="Windows Live" clId="Web-{C0F16CF5-B24F-AB56-9A20-9F8988DC9B45}" dt="2025-04-16T17:41:16.656" v="117"/>
        <pc:sldMkLst>
          <pc:docMk/>
          <pc:sldMk cId="0" sldId="312"/>
        </pc:sldMkLst>
        <pc:spChg chg="mod ord">
          <ac:chgData name="Guest User" userId="" providerId="Windows Live" clId="Web-{C0F16CF5-B24F-AB56-9A20-9F8988DC9B45}" dt="2025-04-16T17:41:16.656" v="117"/>
          <ac:spMkLst>
            <pc:docMk/>
            <pc:sldMk cId="0" sldId="312"/>
            <ac:spMk id="444" creationId="{00000000-0000-0000-0000-000000000000}"/>
          </ac:spMkLst>
        </pc:spChg>
        <pc:spChg chg="mod ord">
          <ac:chgData name="Guest User" userId="" providerId="Windows Live" clId="Web-{C0F16CF5-B24F-AB56-9A20-9F8988DC9B45}" dt="2025-04-16T17:41:16.656" v="117"/>
          <ac:spMkLst>
            <pc:docMk/>
            <pc:sldMk cId="0" sldId="312"/>
            <ac:spMk id="445" creationId="{00000000-0000-0000-0000-000000000000}"/>
          </ac:spMkLst>
        </pc:spChg>
      </pc:sldChg>
      <pc:sldChg chg="modSp mod modClrScheme chgLayout">
        <pc:chgData name="Guest User" userId="" providerId="Windows Live" clId="Web-{C0F16CF5-B24F-AB56-9A20-9F8988DC9B45}" dt="2025-04-16T17:41:16.656" v="117"/>
        <pc:sldMkLst>
          <pc:docMk/>
          <pc:sldMk cId="0" sldId="313"/>
        </pc:sldMkLst>
        <pc:spChg chg="mod ord">
          <ac:chgData name="Guest User" userId="" providerId="Windows Live" clId="Web-{C0F16CF5-B24F-AB56-9A20-9F8988DC9B45}" dt="2025-04-16T17:41:16.656" v="117"/>
          <ac:spMkLst>
            <pc:docMk/>
            <pc:sldMk cId="0" sldId="313"/>
            <ac:spMk id="450" creationId="{00000000-0000-0000-0000-000000000000}"/>
          </ac:spMkLst>
        </pc:spChg>
        <pc:spChg chg="mod ord">
          <ac:chgData name="Guest User" userId="" providerId="Windows Live" clId="Web-{C0F16CF5-B24F-AB56-9A20-9F8988DC9B45}" dt="2025-04-16T17:41:16.656" v="117"/>
          <ac:spMkLst>
            <pc:docMk/>
            <pc:sldMk cId="0" sldId="313"/>
            <ac:spMk id="451" creationId="{00000000-0000-0000-0000-000000000000}"/>
          </ac:spMkLst>
        </pc:spChg>
      </pc:sldChg>
      <pc:sldChg chg="modSp mod modClrScheme chgLayout">
        <pc:chgData name="Guest User" userId="" providerId="Windows Live" clId="Web-{C0F16CF5-B24F-AB56-9A20-9F8988DC9B45}" dt="2025-04-16T17:41:16.656" v="117"/>
        <pc:sldMkLst>
          <pc:docMk/>
          <pc:sldMk cId="0" sldId="314"/>
        </pc:sldMkLst>
        <pc:spChg chg="mod ord">
          <ac:chgData name="Guest User" userId="" providerId="Windows Live" clId="Web-{C0F16CF5-B24F-AB56-9A20-9F8988DC9B45}" dt="2025-04-16T17:41:16.656" v="117"/>
          <ac:spMkLst>
            <pc:docMk/>
            <pc:sldMk cId="0" sldId="314"/>
            <ac:spMk id="457" creationId="{00000000-0000-0000-0000-000000000000}"/>
          </ac:spMkLst>
        </pc:spChg>
        <pc:spChg chg="mod ord">
          <ac:chgData name="Guest User" userId="" providerId="Windows Live" clId="Web-{C0F16CF5-B24F-AB56-9A20-9F8988DC9B45}" dt="2025-04-16T17:41:16.656" v="117"/>
          <ac:spMkLst>
            <pc:docMk/>
            <pc:sldMk cId="0" sldId="314"/>
            <ac:spMk id="458" creationId="{00000000-0000-0000-0000-000000000000}"/>
          </ac:spMkLst>
        </pc:spChg>
      </pc:sldChg>
      <pc:sldChg chg="modSp mod modClrScheme chgLayout">
        <pc:chgData name="Guest User" userId="" providerId="Windows Live" clId="Web-{C0F16CF5-B24F-AB56-9A20-9F8988DC9B45}" dt="2025-04-16T17:41:16.656" v="117"/>
        <pc:sldMkLst>
          <pc:docMk/>
          <pc:sldMk cId="0" sldId="315"/>
        </pc:sldMkLst>
        <pc:spChg chg="mod ord">
          <ac:chgData name="Guest User" userId="" providerId="Windows Live" clId="Web-{C0F16CF5-B24F-AB56-9A20-9F8988DC9B45}" dt="2025-04-16T17:41:16.656" v="117"/>
          <ac:spMkLst>
            <pc:docMk/>
            <pc:sldMk cId="0" sldId="315"/>
            <ac:spMk id="464" creationId="{00000000-0000-0000-0000-000000000000}"/>
          </ac:spMkLst>
        </pc:spChg>
        <pc:spChg chg="mod ord">
          <ac:chgData name="Guest User" userId="" providerId="Windows Live" clId="Web-{C0F16CF5-B24F-AB56-9A20-9F8988DC9B45}" dt="2025-04-16T17:41:16.656" v="117"/>
          <ac:spMkLst>
            <pc:docMk/>
            <pc:sldMk cId="0" sldId="315"/>
            <ac:spMk id="465" creationId="{00000000-0000-0000-0000-000000000000}"/>
          </ac:spMkLst>
        </pc:spChg>
      </pc:sldChg>
      <pc:sldChg chg="modSp mod modClrScheme chgLayout">
        <pc:chgData name="Guest User" userId="" providerId="Windows Live" clId="Web-{C0F16CF5-B24F-AB56-9A20-9F8988DC9B45}" dt="2025-04-16T17:41:16.656" v="117"/>
        <pc:sldMkLst>
          <pc:docMk/>
          <pc:sldMk cId="0" sldId="316"/>
        </pc:sldMkLst>
        <pc:spChg chg="mod ord">
          <ac:chgData name="Guest User" userId="" providerId="Windows Live" clId="Web-{C0F16CF5-B24F-AB56-9A20-9F8988DC9B45}" dt="2025-04-16T17:41:16.656" v="117"/>
          <ac:spMkLst>
            <pc:docMk/>
            <pc:sldMk cId="0" sldId="316"/>
            <ac:spMk id="470" creationId="{00000000-0000-0000-0000-000000000000}"/>
          </ac:spMkLst>
        </pc:spChg>
        <pc:spChg chg="mod ord">
          <ac:chgData name="Guest User" userId="" providerId="Windows Live" clId="Web-{C0F16CF5-B24F-AB56-9A20-9F8988DC9B45}" dt="2025-04-16T17:41:16.656" v="117"/>
          <ac:spMkLst>
            <pc:docMk/>
            <pc:sldMk cId="0" sldId="316"/>
            <ac:spMk id="471" creationId="{00000000-0000-0000-0000-000000000000}"/>
          </ac:spMkLst>
        </pc:spChg>
      </pc:sldChg>
      <pc:sldChg chg="modSp mod modClrScheme chgLayout">
        <pc:chgData name="Guest User" userId="" providerId="Windows Live" clId="Web-{C0F16CF5-B24F-AB56-9A20-9F8988DC9B45}" dt="2025-04-16T17:41:16.656" v="117"/>
        <pc:sldMkLst>
          <pc:docMk/>
          <pc:sldMk cId="0" sldId="317"/>
        </pc:sldMkLst>
        <pc:spChg chg="mod ord">
          <ac:chgData name="Guest User" userId="" providerId="Windows Live" clId="Web-{C0F16CF5-B24F-AB56-9A20-9F8988DC9B45}" dt="2025-04-16T17:41:16.656" v="117"/>
          <ac:spMkLst>
            <pc:docMk/>
            <pc:sldMk cId="0" sldId="317"/>
            <ac:spMk id="476" creationId="{00000000-0000-0000-0000-000000000000}"/>
          </ac:spMkLst>
        </pc:spChg>
        <pc:spChg chg="mod ord">
          <ac:chgData name="Guest User" userId="" providerId="Windows Live" clId="Web-{C0F16CF5-B24F-AB56-9A20-9F8988DC9B45}" dt="2025-04-16T17:41:16.656" v="117"/>
          <ac:spMkLst>
            <pc:docMk/>
            <pc:sldMk cId="0" sldId="317"/>
            <ac:spMk id="477" creationId="{00000000-0000-0000-0000-000000000000}"/>
          </ac:spMkLst>
        </pc:spChg>
      </pc:sldChg>
      <pc:sldChg chg="modSp mod modClrScheme chgLayout">
        <pc:chgData name="Guest User" userId="" providerId="Windows Live" clId="Web-{C0F16CF5-B24F-AB56-9A20-9F8988DC9B45}" dt="2025-04-16T17:41:16.656" v="117"/>
        <pc:sldMkLst>
          <pc:docMk/>
          <pc:sldMk cId="0" sldId="318"/>
        </pc:sldMkLst>
        <pc:spChg chg="mod ord">
          <ac:chgData name="Guest User" userId="" providerId="Windows Live" clId="Web-{C0F16CF5-B24F-AB56-9A20-9F8988DC9B45}" dt="2025-04-16T17:41:16.656" v="117"/>
          <ac:spMkLst>
            <pc:docMk/>
            <pc:sldMk cId="0" sldId="318"/>
            <ac:spMk id="482" creationId="{00000000-0000-0000-0000-000000000000}"/>
          </ac:spMkLst>
        </pc:spChg>
      </pc:sldChg>
      <pc:sldChg chg="modSp mod modClrScheme chgLayout">
        <pc:chgData name="Guest User" userId="" providerId="Windows Live" clId="Web-{C0F16CF5-B24F-AB56-9A20-9F8988DC9B45}" dt="2025-04-16T17:41:16.656" v="117"/>
        <pc:sldMkLst>
          <pc:docMk/>
          <pc:sldMk cId="0" sldId="319"/>
        </pc:sldMkLst>
        <pc:spChg chg="mod ord">
          <ac:chgData name="Guest User" userId="" providerId="Windows Live" clId="Web-{C0F16CF5-B24F-AB56-9A20-9F8988DC9B45}" dt="2025-04-16T17:41:16.656" v="117"/>
          <ac:spMkLst>
            <pc:docMk/>
            <pc:sldMk cId="0" sldId="319"/>
            <ac:spMk id="489" creationId="{00000000-0000-0000-0000-000000000000}"/>
          </ac:spMkLst>
        </pc:spChg>
        <pc:spChg chg="mod ord">
          <ac:chgData name="Guest User" userId="" providerId="Windows Live" clId="Web-{C0F16CF5-B24F-AB56-9A20-9F8988DC9B45}" dt="2025-04-16T17:41:16.656" v="117"/>
          <ac:spMkLst>
            <pc:docMk/>
            <pc:sldMk cId="0" sldId="319"/>
            <ac:spMk id="490" creationId="{00000000-0000-0000-0000-000000000000}"/>
          </ac:spMkLst>
        </pc:spChg>
      </pc:sldChg>
      <pc:sldChg chg="modSp mod modClrScheme chgLayout">
        <pc:chgData name="Guest User" userId="" providerId="Windows Live" clId="Web-{C0F16CF5-B24F-AB56-9A20-9F8988DC9B45}" dt="2025-04-16T17:41:16.656" v="117"/>
        <pc:sldMkLst>
          <pc:docMk/>
          <pc:sldMk cId="0" sldId="320"/>
        </pc:sldMkLst>
        <pc:spChg chg="mod ord">
          <ac:chgData name="Guest User" userId="" providerId="Windows Live" clId="Web-{C0F16CF5-B24F-AB56-9A20-9F8988DC9B45}" dt="2025-04-16T17:41:16.656" v="117"/>
          <ac:spMkLst>
            <pc:docMk/>
            <pc:sldMk cId="0" sldId="320"/>
            <ac:spMk id="495" creationId="{00000000-0000-0000-0000-000000000000}"/>
          </ac:spMkLst>
        </pc:spChg>
        <pc:spChg chg="mod ord">
          <ac:chgData name="Guest User" userId="" providerId="Windows Live" clId="Web-{C0F16CF5-B24F-AB56-9A20-9F8988DC9B45}" dt="2025-04-16T17:41:16.656" v="117"/>
          <ac:spMkLst>
            <pc:docMk/>
            <pc:sldMk cId="0" sldId="320"/>
            <ac:spMk id="496" creationId="{00000000-0000-0000-0000-000000000000}"/>
          </ac:spMkLst>
        </pc:spChg>
      </pc:sldChg>
      <pc:sldChg chg="modSp mod modClrScheme chgLayout">
        <pc:chgData name="Guest User" userId="" providerId="Windows Live" clId="Web-{C0F16CF5-B24F-AB56-9A20-9F8988DC9B45}" dt="2025-04-16T17:41:16.656" v="117"/>
        <pc:sldMkLst>
          <pc:docMk/>
          <pc:sldMk cId="0" sldId="321"/>
        </pc:sldMkLst>
        <pc:spChg chg="mod ord">
          <ac:chgData name="Guest User" userId="" providerId="Windows Live" clId="Web-{C0F16CF5-B24F-AB56-9A20-9F8988DC9B45}" dt="2025-04-16T17:41:16.656" v="117"/>
          <ac:spMkLst>
            <pc:docMk/>
            <pc:sldMk cId="0" sldId="321"/>
            <ac:spMk id="501" creationId="{00000000-0000-0000-0000-000000000000}"/>
          </ac:spMkLst>
        </pc:spChg>
        <pc:spChg chg="mod ord">
          <ac:chgData name="Guest User" userId="" providerId="Windows Live" clId="Web-{C0F16CF5-B24F-AB56-9A20-9F8988DC9B45}" dt="2025-04-16T17:41:16.656" v="117"/>
          <ac:spMkLst>
            <pc:docMk/>
            <pc:sldMk cId="0" sldId="321"/>
            <ac:spMk id="502" creationId="{00000000-0000-0000-0000-000000000000}"/>
          </ac:spMkLst>
        </pc:spChg>
      </pc:sldChg>
      <pc:sldChg chg="mod modClrScheme chgLayout">
        <pc:chgData name="Guest User" userId="" providerId="Windows Live" clId="Web-{C0F16CF5-B24F-AB56-9A20-9F8988DC9B45}" dt="2025-04-16T17:41:16.656" v="117"/>
        <pc:sldMkLst>
          <pc:docMk/>
          <pc:sldMk cId="665207336" sldId="322"/>
        </pc:sldMkLst>
      </pc:sldChg>
      <pc:sldMasterChg chg="add del addSldLayout delSldLayout">
        <pc:chgData name="Guest User" userId="" providerId="Windows Live" clId="Web-{C0F16CF5-B24F-AB56-9A20-9F8988DC9B45}" dt="2025-04-16T17:41:16.656" v="117"/>
        <pc:sldMasterMkLst>
          <pc:docMk/>
          <pc:sldMasterMk cId="3846181436" sldId="2147484651"/>
        </pc:sldMasterMkLst>
        <pc:sldLayoutChg chg="add del">
          <pc:chgData name="Guest User" userId="" providerId="Windows Live" clId="Web-{C0F16CF5-B24F-AB56-9A20-9F8988DC9B45}" dt="2025-04-16T17:41:16.656" v="117"/>
          <pc:sldLayoutMkLst>
            <pc:docMk/>
            <pc:sldMasterMk cId="3846181436" sldId="2147484651"/>
            <pc:sldLayoutMk cId="4191923160" sldId="2147484652"/>
          </pc:sldLayoutMkLst>
        </pc:sldLayoutChg>
        <pc:sldLayoutChg chg="add del">
          <pc:chgData name="Guest User" userId="" providerId="Windows Live" clId="Web-{C0F16CF5-B24F-AB56-9A20-9F8988DC9B45}" dt="2025-04-16T17:41:16.656" v="117"/>
          <pc:sldLayoutMkLst>
            <pc:docMk/>
            <pc:sldMasterMk cId="3846181436" sldId="2147484651"/>
            <pc:sldLayoutMk cId="3418529932" sldId="2147484653"/>
          </pc:sldLayoutMkLst>
        </pc:sldLayoutChg>
        <pc:sldLayoutChg chg="add del">
          <pc:chgData name="Guest User" userId="" providerId="Windows Live" clId="Web-{C0F16CF5-B24F-AB56-9A20-9F8988DC9B45}" dt="2025-04-16T17:41:16.656" v="117"/>
          <pc:sldLayoutMkLst>
            <pc:docMk/>
            <pc:sldMasterMk cId="3846181436" sldId="2147484651"/>
            <pc:sldLayoutMk cId="3497467578" sldId="2147484654"/>
          </pc:sldLayoutMkLst>
        </pc:sldLayoutChg>
        <pc:sldLayoutChg chg="add del">
          <pc:chgData name="Guest User" userId="" providerId="Windows Live" clId="Web-{C0F16CF5-B24F-AB56-9A20-9F8988DC9B45}" dt="2025-04-16T17:41:16.656" v="117"/>
          <pc:sldLayoutMkLst>
            <pc:docMk/>
            <pc:sldMasterMk cId="3846181436" sldId="2147484651"/>
            <pc:sldLayoutMk cId="2571837890" sldId="2147484655"/>
          </pc:sldLayoutMkLst>
        </pc:sldLayoutChg>
        <pc:sldLayoutChg chg="add del">
          <pc:chgData name="Guest User" userId="" providerId="Windows Live" clId="Web-{C0F16CF5-B24F-AB56-9A20-9F8988DC9B45}" dt="2025-04-16T17:41:16.656" v="117"/>
          <pc:sldLayoutMkLst>
            <pc:docMk/>
            <pc:sldMasterMk cId="3846181436" sldId="2147484651"/>
            <pc:sldLayoutMk cId="3267982495" sldId="2147484656"/>
          </pc:sldLayoutMkLst>
        </pc:sldLayoutChg>
        <pc:sldLayoutChg chg="add del">
          <pc:chgData name="Guest User" userId="" providerId="Windows Live" clId="Web-{C0F16CF5-B24F-AB56-9A20-9F8988DC9B45}" dt="2025-04-16T17:41:16.656" v="117"/>
          <pc:sldLayoutMkLst>
            <pc:docMk/>
            <pc:sldMasterMk cId="3846181436" sldId="2147484651"/>
            <pc:sldLayoutMk cId="4071218188" sldId="2147484657"/>
          </pc:sldLayoutMkLst>
        </pc:sldLayoutChg>
        <pc:sldLayoutChg chg="add del">
          <pc:chgData name="Guest User" userId="" providerId="Windows Live" clId="Web-{C0F16CF5-B24F-AB56-9A20-9F8988DC9B45}" dt="2025-04-16T17:41:16.656" v="117"/>
          <pc:sldLayoutMkLst>
            <pc:docMk/>
            <pc:sldMasterMk cId="3846181436" sldId="2147484651"/>
            <pc:sldLayoutMk cId="3363827174" sldId="2147484658"/>
          </pc:sldLayoutMkLst>
        </pc:sldLayoutChg>
        <pc:sldLayoutChg chg="add del">
          <pc:chgData name="Guest User" userId="" providerId="Windows Live" clId="Web-{C0F16CF5-B24F-AB56-9A20-9F8988DC9B45}" dt="2025-04-16T17:41:16.656" v="117"/>
          <pc:sldLayoutMkLst>
            <pc:docMk/>
            <pc:sldMasterMk cId="3846181436" sldId="2147484651"/>
            <pc:sldLayoutMk cId="2570363536" sldId="2147484659"/>
          </pc:sldLayoutMkLst>
        </pc:sldLayoutChg>
        <pc:sldLayoutChg chg="add del">
          <pc:chgData name="Guest User" userId="" providerId="Windows Live" clId="Web-{C0F16CF5-B24F-AB56-9A20-9F8988DC9B45}" dt="2025-04-16T17:41:16.656" v="117"/>
          <pc:sldLayoutMkLst>
            <pc:docMk/>
            <pc:sldMasterMk cId="3846181436" sldId="2147484651"/>
            <pc:sldLayoutMk cId="4201315465" sldId="2147484660"/>
          </pc:sldLayoutMkLst>
        </pc:sldLayoutChg>
        <pc:sldLayoutChg chg="add del">
          <pc:chgData name="Guest User" userId="" providerId="Windows Live" clId="Web-{C0F16CF5-B24F-AB56-9A20-9F8988DC9B45}" dt="2025-04-16T17:41:16.656" v="117"/>
          <pc:sldLayoutMkLst>
            <pc:docMk/>
            <pc:sldMasterMk cId="3846181436" sldId="2147484651"/>
            <pc:sldLayoutMk cId="152242470" sldId="2147484661"/>
          </pc:sldLayoutMkLst>
        </pc:sldLayoutChg>
        <pc:sldLayoutChg chg="add del">
          <pc:chgData name="Guest User" userId="" providerId="Windows Live" clId="Web-{C0F16CF5-B24F-AB56-9A20-9F8988DC9B45}" dt="2025-04-16T17:41:16.656" v="117"/>
          <pc:sldLayoutMkLst>
            <pc:docMk/>
            <pc:sldMasterMk cId="3846181436" sldId="2147484651"/>
            <pc:sldLayoutMk cId="3710258451" sldId="2147484662"/>
          </pc:sldLayoutMkLst>
        </pc:sldLayoutChg>
        <pc:sldLayoutChg chg="add del">
          <pc:chgData name="Guest User" userId="" providerId="Windows Live" clId="Web-{C0F16CF5-B24F-AB56-9A20-9F8988DC9B45}" dt="2025-04-16T17:41:16.656" v="117"/>
          <pc:sldLayoutMkLst>
            <pc:docMk/>
            <pc:sldMasterMk cId="3846181436" sldId="2147484651"/>
            <pc:sldLayoutMk cId="274971526" sldId="2147484663"/>
          </pc:sldLayoutMkLst>
        </pc:sldLayoutChg>
        <pc:sldLayoutChg chg="add del">
          <pc:chgData name="Guest User" userId="" providerId="Windows Live" clId="Web-{C0F16CF5-B24F-AB56-9A20-9F8988DC9B45}" dt="2025-04-16T17:41:16.656" v="117"/>
          <pc:sldLayoutMkLst>
            <pc:docMk/>
            <pc:sldMasterMk cId="3846181436" sldId="2147484651"/>
            <pc:sldLayoutMk cId="2496791709" sldId="2147484664"/>
          </pc:sldLayoutMkLst>
        </pc:sldLayoutChg>
        <pc:sldLayoutChg chg="add del">
          <pc:chgData name="Guest User" userId="" providerId="Windows Live" clId="Web-{C0F16CF5-B24F-AB56-9A20-9F8988DC9B45}" dt="2025-04-16T17:41:16.656" v="117"/>
          <pc:sldLayoutMkLst>
            <pc:docMk/>
            <pc:sldMasterMk cId="3846181436" sldId="2147484651"/>
            <pc:sldLayoutMk cId="3827936344" sldId="2147484665"/>
          </pc:sldLayoutMkLst>
        </pc:sldLayoutChg>
        <pc:sldLayoutChg chg="add del">
          <pc:chgData name="Guest User" userId="" providerId="Windows Live" clId="Web-{C0F16CF5-B24F-AB56-9A20-9F8988DC9B45}" dt="2025-04-16T17:41:16.656" v="117"/>
          <pc:sldLayoutMkLst>
            <pc:docMk/>
            <pc:sldMasterMk cId="3846181436" sldId="2147484651"/>
            <pc:sldLayoutMk cId="1022004433" sldId="2147484666"/>
          </pc:sldLayoutMkLst>
        </pc:sldLayoutChg>
        <pc:sldLayoutChg chg="add del">
          <pc:chgData name="Guest User" userId="" providerId="Windows Live" clId="Web-{C0F16CF5-B24F-AB56-9A20-9F8988DC9B45}" dt="2025-04-16T17:41:16.656" v="117"/>
          <pc:sldLayoutMkLst>
            <pc:docMk/>
            <pc:sldMasterMk cId="3846181436" sldId="2147484651"/>
            <pc:sldLayoutMk cId="60240334" sldId="2147484667"/>
          </pc:sldLayoutMkLst>
        </pc:sldLayoutChg>
        <pc:sldLayoutChg chg="add del">
          <pc:chgData name="Guest User" userId="" providerId="Windows Live" clId="Web-{C0F16CF5-B24F-AB56-9A20-9F8988DC9B45}" dt="2025-04-16T17:41:16.656" v="117"/>
          <pc:sldLayoutMkLst>
            <pc:docMk/>
            <pc:sldMasterMk cId="3846181436" sldId="2147484651"/>
            <pc:sldLayoutMk cId="3485550221" sldId="2147484668"/>
          </pc:sldLayoutMkLst>
        </pc:sldLayoutChg>
        <pc:sldLayoutChg chg="add del">
          <pc:chgData name="Guest User" userId="" providerId="Windows Live" clId="Web-{C0F16CF5-B24F-AB56-9A20-9F8988DC9B45}" dt="2025-04-16T17:41:16.656" v="117"/>
          <pc:sldLayoutMkLst>
            <pc:docMk/>
            <pc:sldMasterMk cId="3846181436" sldId="2147484651"/>
            <pc:sldLayoutMk cId="1355930506" sldId="2147484669"/>
          </pc:sldLayoutMkLst>
        </pc:sldLayoutChg>
        <pc:sldLayoutChg chg="add del">
          <pc:chgData name="Guest User" userId="" providerId="Windows Live" clId="Web-{C0F16CF5-B24F-AB56-9A20-9F8988DC9B45}" dt="2025-04-16T17:41:16.656" v="117"/>
          <pc:sldLayoutMkLst>
            <pc:docMk/>
            <pc:sldMasterMk cId="3846181436" sldId="2147484651"/>
            <pc:sldLayoutMk cId="91859692" sldId="2147484670"/>
          </pc:sldLayoutMkLst>
        </pc:sldLayoutChg>
        <pc:sldLayoutChg chg="add del">
          <pc:chgData name="Guest User" userId="" providerId="Windows Live" clId="Web-{C0F16CF5-B24F-AB56-9A20-9F8988DC9B45}" dt="2025-04-16T17:41:16.656" v="117"/>
          <pc:sldLayoutMkLst>
            <pc:docMk/>
            <pc:sldMasterMk cId="3846181436" sldId="2147484651"/>
            <pc:sldLayoutMk cId="1881468040" sldId="2147484671"/>
          </pc:sldLayoutMkLst>
        </pc:sldLayoutChg>
        <pc:sldLayoutChg chg="add del">
          <pc:chgData name="Guest User" userId="" providerId="Windows Live" clId="Web-{C0F16CF5-B24F-AB56-9A20-9F8988DC9B45}" dt="2025-04-16T17:41:16.656" v="117"/>
          <pc:sldLayoutMkLst>
            <pc:docMk/>
            <pc:sldMasterMk cId="3846181436" sldId="2147484651"/>
            <pc:sldLayoutMk cId="2027820477" sldId="2147484672"/>
          </pc:sldLayoutMkLst>
        </pc:sldLayoutChg>
        <pc:sldLayoutChg chg="add del">
          <pc:chgData name="Guest User" userId="" providerId="Windows Live" clId="Web-{C0F16CF5-B24F-AB56-9A20-9F8988DC9B45}" dt="2025-04-16T17:41:16.656" v="117"/>
          <pc:sldLayoutMkLst>
            <pc:docMk/>
            <pc:sldMasterMk cId="3846181436" sldId="2147484651"/>
            <pc:sldLayoutMk cId="3301177242" sldId="2147484673"/>
          </pc:sldLayoutMkLst>
        </pc:sldLayoutChg>
        <pc:sldLayoutChg chg="add del">
          <pc:chgData name="Guest User" userId="" providerId="Windows Live" clId="Web-{C0F16CF5-B24F-AB56-9A20-9F8988DC9B45}" dt="2025-04-16T17:41:16.656" v="117"/>
          <pc:sldLayoutMkLst>
            <pc:docMk/>
            <pc:sldMasterMk cId="3846181436" sldId="2147484651"/>
            <pc:sldLayoutMk cId="3469205636" sldId="2147484674"/>
          </pc:sldLayoutMkLst>
        </pc:sldLayoutChg>
        <pc:sldLayoutChg chg="add del">
          <pc:chgData name="Guest User" userId="" providerId="Windows Live" clId="Web-{C0F16CF5-B24F-AB56-9A20-9F8988DC9B45}" dt="2025-04-16T17:41:16.656" v="117"/>
          <pc:sldLayoutMkLst>
            <pc:docMk/>
            <pc:sldMasterMk cId="3846181436" sldId="2147484651"/>
            <pc:sldLayoutMk cId="3105361613" sldId="2147484675"/>
          </pc:sldLayoutMkLst>
        </pc:sldLayoutChg>
        <pc:sldLayoutChg chg="add del">
          <pc:chgData name="Guest User" userId="" providerId="Windows Live" clId="Web-{C0F16CF5-B24F-AB56-9A20-9F8988DC9B45}" dt="2025-04-16T17:41:16.656" v="117"/>
          <pc:sldLayoutMkLst>
            <pc:docMk/>
            <pc:sldMasterMk cId="3846181436" sldId="2147484651"/>
            <pc:sldLayoutMk cId="3950421840" sldId="2147484676"/>
          </pc:sldLayoutMkLst>
        </pc:sldLayoutChg>
        <pc:sldLayoutChg chg="add del">
          <pc:chgData name="Guest User" userId="" providerId="Windows Live" clId="Web-{C0F16CF5-B24F-AB56-9A20-9F8988DC9B45}" dt="2025-04-16T17:41:16.656" v="117"/>
          <pc:sldLayoutMkLst>
            <pc:docMk/>
            <pc:sldMasterMk cId="3846181436" sldId="2147484651"/>
            <pc:sldLayoutMk cId="1385711008" sldId="2147484678"/>
          </pc:sldLayoutMkLst>
        </pc:sldLayoutChg>
        <pc:sldLayoutChg chg="add del">
          <pc:chgData name="Guest User" userId="" providerId="Windows Live" clId="Web-{C0F16CF5-B24F-AB56-9A20-9F8988DC9B45}" dt="2025-04-16T17:41:16.656" v="117"/>
          <pc:sldLayoutMkLst>
            <pc:docMk/>
            <pc:sldMasterMk cId="3846181436" sldId="2147484651"/>
            <pc:sldLayoutMk cId="907173027" sldId="2147484679"/>
          </pc:sldLayoutMkLst>
        </pc:sldLayoutChg>
        <pc:sldLayoutChg chg="add del">
          <pc:chgData name="Guest User" userId="" providerId="Windows Live" clId="Web-{C0F16CF5-B24F-AB56-9A20-9F8988DC9B45}" dt="2025-04-16T17:41:16.656" v="117"/>
          <pc:sldLayoutMkLst>
            <pc:docMk/>
            <pc:sldMasterMk cId="3846181436" sldId="2147484651"/>
            <pc:sldLayoutMk cId="2848622251" sldId="2147484680"/>
          </pc:sldLayoutMkLst>
        </pc:sldLayoutChg>
        <pc:sldLayoutChg chg="add del">
          <pc:chgData name="Guest User" userId="" providerId="Windows Live" clId="Web-{C0F16CF5-B24F-AB56-9A20-9F8988DC9B45}" dt="2025-04-16T17:41:16.656" v="117"/>
          <pc:sldLayoutMkLst>
            <pc:docMk/>
            <pc:sldMasterMk cId="3846181436" sldId="2147484651"/>
            <pc:sldLayoutMk cId="1946056510" sldId="2147484682"/>
          </pc:sldLayoutMkLst>
        </pc:sldLayoutChg>
        <pc:sldLayoutChg chg="add del">
          <pc:chgData name="Guest User" userId="" providerId="Windows Live" clId="Web-{C0F16CF5-B24F-AB56-9A20-9F8988DC9B45}" dt="2025-04-16T17:41:16.656" v="117"/>
          <pc:sldLayoutMkLst>
            <pc:docMk/>
            <pc:sldMasterMk cId="3846181436" sldId="2147484651"/>
            <pc:sldLayoutMk cId="940787220" sldId="2147484684"/>
          </pc:sldLayoutMkLst>
        </pc:sldLayoutChg>
        <pc:sldLayoutChg chg="add del">
          <pc:chgData name="Guest User" userId="" providerId="Windows Live" clId="Web-{C0F16CF5-B24F-AB56-9A20-9F8988DC9B45}" dt="2025-04-16T17:41:16.656" v="117"/>
          <pc:sldLayoutMkLst>
            <pc:docMk/>
            <pc:sldMasterMk cId="3846181436" sldId="2147484651"/>
            <pc:sldLayoutMk cId="1033172059" sldId="2147484685"/>
          </pc:sldLayoutMkLst>
        </pc:sldLayoutChg>
        <pc:sldLayoutChg chg="add del">
          <pc:chgData name="Guest User" userId="" providerId="Windows Live" clId="Web-{C0F16CF5-B24F-AB56-9A20-9F8988DC9B45}" dt="2025-04-16T17:41:16.656" v="117"/>
          <pc:sldLayoutMkLst>
            <pc:docMk/>
            <pc:sldMasterMk cId="3846181436" sldId="2147484651"/>
            <pc:sldLayoutMk cId="4162334772" sldId="2147484686"/>
          </pc:sldLayoutMkLst>
        </pc:sldLayoutChg>
        <pc:sldLayoutChg chg="add del">
          <pc:chgData name="Guest User" userId="" providerId="Windows Live" clId="Web-{C0F16CF5-B24F-AB56-9A20-9F8988DC9B45}" dt="2025-04-16T17:41:16.656" v="117"/>
          <pc:sldLayoutMkLst>
            <pc:docMk/>
            <pc:sldMasterMk cId="3846181436" sldId="2147484651"/>
            <pc:sldLayoutMk cId="721569702" sldId="2147484687"/>
          </pc:sldLayoutMkLst>
        </pc:sldLayoutChg>
        <pc:sldLayoutChg chg="add del">
          <pc:chgData name="Guest User" userId="" providerId="Windows Live" clId="Web-{C0F16CF5-B24F-AB56-9A20-9F8988DC9B45}" dt="2025-04-16T17:41:16.656" v="117"/>
          <pc:sldLayoutMkLst>
            <pc:docMk/>
            <pc:sldMasterMk cId="3846181436" sldId="2147484651"/>
            <pc:sldLayoutMk cId="2317458299" sldId="2147484688"/>
          </pc:sldLayoutMkLst>
        </pc:sldLayoutChg>
        <pc:sldLayoutChg chg="add del">
          <pc:chgData name="Guest User" userId="" providerId="Windows Live" clId="Web-{C0F16CF5-B24F-AB56-9A20-9F8988DC9B45}" dt="2025-04-16T17:41:16.656" v="117"/>
          <pc:sldLayoutMkLst>
            <pc:docMk/>
            <pc:sldMasterMk cId="3846181436" sldId="2147484651"/>
            <pc:sldLayoutMk cId="1658731308" sldId="2147484689"/>
          </pc:sldLayoutMkLst>
        </pc:sldLayoutChg>
        <pc:sldLayoutChg chg="add del">
          <pc:chgData name="Guest User" userId="" providerId="Windows Live" clId="Web-{C0F16CF5-B24F-AB56-9A20-9F8988DC9B45}" dt="2025-04-16T17:41:16.656" v="117"/>
          <pc:sldLayoutMkLst>
            <pc:docMk/>
            <pc:sldMasterMk cId="3846181436" sldId="2147484651"/>
            <pc:sldLayoutMk cId="664728347" sldId="2147484690"/>
          </pc:sldLayoutMkLst>
        </pc:sldLayoutChg>
        <pc:sldLayoutChg chg="add del">
          <pc:chgData name="Guest User" userId="" providerId="Windows Live" clId="Web-{C0F16CF5-B24F-AB56-9A20-9F8988DC9B45}" dt="2025-04-16T17:41:16.656" v="117"/>
          <pc:sldLayoutMkLst>
            <pc:docMk/>
            <pc:sldMasterMk cId="3846181436" sldId="2147484651"/>
            <pc:sldLayoutMk cId="2344405814" sldId="2147484691"/>
          </pc:sldLayoutMkLst>
        </pc:sldLayoutChg>
        <pc:sldLayoutChg chg="add del">
          <pc:chgData name="Guest User" userId="" providerId="Windows Live" clId="Web-{C0F16CF5-B24F-AB56-9A20-9F8988DC9B45}" dt="2025-04-16T17:41:16.656" v="117"/>
          <pc:sldLayoutMkLst>
            <pc:docMk/>
            <pc:sldMasterMk cId="3846181436" sldId="2147484651"/>
            <pc:sldLayoutMk cId="1361273472" sldId="2147484692"/>
          </pc:sldLayoutMkLst>
        </pc:sldLayoutChg>
        <pc:sldLayoutChg chg="add del">
          <pc:chgData name="Guest User" userId="" providerId="Windows Live" clId="Web-{C0F16CF5-B24F-AB56-9A20-9F8988DC9B45}" dt="2025-04-16T17:41:16.656" v="117"/>
          <pc:sldLayoutMkLst>
            <pc:docMk/>
            <pc:sldMasterMk cId="3846181436" sldId="2147484651"/>
            <pc:sldLayoutMk cId="322146324" sldId="2147484693"/>
          </pc:sldLayoutMkLst>
        </pc:sldLayoutChg>
        <pc:sldLayoutChg chg="add del">
          <pc:chgData name="Guest User" userId="" providerId="Windows Live" clId="Web-{C0F16CF5-B24F-AB56-9A20-9F8988DC9B45}" dt="2025-04-16T17:41:16.656" v="117"/>
          <pc:sldLayoutMkLst>
            <pc:docMk/>
            <pc:sldMasterMk cId="3846181436" sldId="2147484651"/>
            <pc:sldLayoutMk cId="1689829739" sldId="2147484695"/>
          </pc:sldLayoutMkLst>
        </pc:sldLayoutChg>
        <pc:sldLayoutChg chg="add del">
          <pc:chgData name="Guest User" userId="" providerId="Windows Live" clId="Web-{C0F16CF5-B24F-AB56-9A20-9F8988DC9B45}" dt="2025-04-16T17:41:16.656" v="117"/>
          <pc:sldLayoutMkLst>
            <pc:docMk/>
            <pc:sldMasterMk cId="3846181436" sldId="2147484651"/>
            <pc:sldLayoutMk cId="1817755655" sldId="2147484696"/>
          </pc:sldLayoutMkLst>
        </pc:sldLayoutChg>
        <pc:sldLayoutChg chg="add del">
          <pc:chgData name="Guest User" userId="" providerId="Windows Live" clId="Web-{C0F16CF5-B24F-AB56-9A20-9F8988DC9B45}" dt="2025-04-16T17:41:16.656" v="117"/>
          <pc:sldLayoutMkLst>
            <pc:docMk/>
            <pc:sldMasterMk cId="3846181436" sldId="2147484651"/>
            <pc:sldLayoutMk cId="4017955265" sldId="2147484697"/>
          </pc:sldLayoutMkLst>
        </pc:sldLayoutChg>
        <pc:sldLayoutChg chg="add del">
          <pc:chgData name="Guest User" userId="" providerId="Windows Live" clId="Web-{C0F16CF5-B24F-AB56-9A20-9F8988DC9B45}" dt="2025-04-16T17:41:16.656" v="117"/>
          <pc:sldLayoutMkLst>
            <pc:docMk/>
            <pc:sldMasterMk cId="3846181436" sldId="2147484651"/>
            <pc:sldLayoutMk cId="1946845127" sldId="2147484698"/>
          </pc:sldLayoutMkLst>
        </pc:sldLayoutChg>
        <pc:sldLayoutChg chg="add del">
          <pc:chgData name="Guest User" userId="" providerId="Windows Live" clId="Web-{C0F16CF5-B24F-AB56-9A20-9F8988DC9B45}" dt="2025-04-16T17:41:16.656" v="117"/>
          <pc:sldLayoutMkLst>
            <pc:docMk/>
            <pc:sldMasterMk cId="3846181436" sldId="2147484651"/>
            <pc:sldLayoutMk cId="2911841202" sldId="2147484699"/>
          </pc:sldLayoutMkLst>
        </pc:sldLayoutChg>
        <pc:sldLayoutChg chg="add del">
          <pc:chgData name="Guest User" userId="" providerId="Windows Live" clId="Web-{C0F16CF5-B24F-AB56-9A20-9F8988DC9B45}" dt="2025-04-16T17:41:16.656" v="117"/>
          <pc:sldLayoutMkLst>
            <pc:docMk/>
            <pc:sldMasterMk cId="3846181436" sldId="2147484651"/>
            <pc:sldLayoutMk cId="3423613341" sldId="2147484700"/>
          </pc:sldLayoutMkLst>
        </pc:sldLayoutChg>
        <pc:sldLayoutChg chg="add del">
          <pc:chgData name="Guest User" userId="" providerId="Windows Live" clId="Web-{C0F16CF5-B24F-AB56-9A20-9F8988DC9B45}" dt="2025-04-16T17:41:16.656" v="117"/>
          <pc:sldLayoutMkLst>
            <pc:docMk/>
            <pc:sldMasterMk cId="3846181436" sldId="2147484651"/>
            <pc:sldLayoutMk cId="3255815817" sldId="2147484701"/>
          </pc:sldLayoutMkLst>
        </pc:sldLayoutChg>
        <pc:sldLayoutChg chg="add del">
          <pc:chgData name="Guest User" userId="" providerId="Windows Live" clId="Web-{C0F16CF5-B24F-AB56-9A20-9F8988DC9B45}" dt="2025-04-16T17:41:16.656" v="117"/>
          <pc:sldLayoutMkLst>
            <pc:docMk/>
            <pc:sldMasterMk cId="3846181436" sldId="2147484651"/>
            <pc:sldLayoutMk cId="2626602963" sldId="2147484702"/>
          </pc:sldLayoutMkLst>
        </pc:sldLayoutChg>
        <pc:sldLayoutChg chg="add del">
          <pc:chgData name="Guest User" userId="" providerId="Windows Live" clId="Web-{C0F16CF5-B24F-AB56-9A20-9F8988DC9B45}" dt="2025-04-16T17:41:16.656" v="117"/>
          <pc:sldLayoutMkLst>
            <pc:docMk/>
            <pc:sldMasterMk cId="3846181436" sldId="2147484651"/>
            <pc:sldLayoutMk cId="3656901354" sldId="2147484703"/>
          </pc:sldLayoutMkLst>
        </pc:sldLayoutChg>
        <pc:sldLayoutChg chg="add del">
          <pc:chgData name="Guest User" userId="" providerId="Windows Live" clId="Web-{C0F16CF5-B24F-AB56-9A20-9F8988DC9B45}" dt="2025-04-16T17:41:16.656" v="117"/>
          <pc:sldLayoutMkLst>
            <pc:docMk/>
            <pc:sldMasterMk cId="3846181436" sldId="2147484651"/>
            <pc:sldLayoutMk cId="4150956431" sldId="2147484704"/>
          </pc:sldLayoutMkLst>
        </pc:sldLayoutChg>
        <pc:sldLayoutChg chg="add del">
          <pc:chgData name="Guest User" userId="" providerId="Windows Live" clId="Web-{C0F16CF5-B24F-AB56-9A20-9F8988DC9B45}" dt="2025-04-16T17:41:16.656" v="117"/>
          <pc:sldLayoutMkLst>
            <pc:docMk/>
            <pc:sldMasterMk cId="3846181436" sldId="2147484651"/>
            <pc:sldLayoutMk cId="3608332350" sldId="2147484705"/>
          </pc:sldLayoutMkLst>
        </pc:sldLayoutChg>
        <pc:sldLayoutChg chg="add del">
          <pc:chgData name="Guest User" userId="" providerId="Windows Live" clId="Web-{C0F16CF5-B24F-AB56-9A20-9F8988DC9B45}" dt="2025-04-16T17:41:16.656" v="117"/>
          <pc:sldLayoutMkLst>
            <pc:docMk/>
            <pc:sldMasterMk cId="3846181436" sldId="2147484651"/>
            <pc:sldLayoutMk cId="4105563562" sldId="2147484706"/>
          </pc:sldLayoutMkLst>
        </pc:sldLayoutChg>
        <pc:sldLayoutChg chg="add del">
          <pc:chgData name="Guest User" userId="" providerId="Windows Live" clId="Web-{C0F16CF5-B24F-AB56-9A20-9F8988DC9B45}" dt="2025-04-16T17:41:16.656" v="117"/>
          <pc:sldLayoutMkLst>
            <pc:docMk/>
            <pc:sldMasterMk cId="3846181436" sldId="2147484651"/>
            <pc:sldLayoutMk cId="1606086996" sldId="2147484707"/>
          </pc:sldLayoutMkLst>
        </pc:sldLayoutChg>
        <pc:sldLayoutChg chg="add del">
          <pc:chgData name="Guest User" userId="" providerId="Windows Live" clId="Web-{C0F16CF5-B24F-AB56-9A20-9F8988DC9B45}" dt="2025-04-16T17:41:16.656" v="117"/>
          <pc:sldLayoutMkLst>
            <pc:docMk/>
            <pc:sldMasterMk cId="3846181436" sldId="2147484651"/>
            <pc:sldLayoutMk cId="810167808" sldId="2147484708"/>
          </pc:sldLayoutMkLst>
        </pc:sldLayoutChg>
        <pc:sldLayoutChg chg="add del">
          <pc:chgData name="Guest User" userId="" providerId="Windows Live" clId="Web-{C0F16CF5-B24F-AB56-9A20-9F8988DC9B45}" dt="2025-04-16T17:41:16.656" v="117"/>
          <pc:sldLayoutMkLst>
            <pc:docMk/>
            <pc:sldMasterMk cId="3846181436" sldId="2147484651"/>
            <pc:sldLayoutMk cId="4113931760" sldId="2147484709"/>
          </pc:sldLayoutMkLst>
        </pc:sldLayoutChg>
        <pc:sldLayoutChg chg="add del">
          <pc:chgData name="Guest User" userId="" providerId="Windows Live" clId="Web-{C0F16CF5-B24F-AB56-9A20-9F8988DC9B45}" dt="2025-04-16T17:41:16.656" v="117"/>
          <pc:sldLayoutMkLst>
            <pc:docMk/>
            <pc:sldMasterMk cId="3846181436" sldId="2147484651"/>
            <pc:sldLayoutMk cId="3460058809" sldId="2147484710"/>
          </pc:sldLayoutMkLst>
        </pc:sldLayoutChg>
        <pc:sldLayoutChg chg="add del">
          <pc:chgData name="Guest User" userId="" providerId="Windows Live" clId="Web-{C0F16CF5-B24F-AB56-9A20-9F8988DC9B45}" dt="2025-04-16T17:41:16.656" v="117"/>
          <pc:sldLayoutMkLst>
            <pc:docMk/>
            <pc:sldMasterMk cId="3846181436" sldId="2147484651"/>
            <pc:sldLayoutMk cId="2457809453" sldId="2147484711"/>
          </pc:sldLayoutMkLst>
        </pc:sldLayoutChg>
        <pc:sldLayoutChg chg="add del">
          <pc:chgData name="Guest User" userId="" providerId="Windows Live" clId="Web-{C0F16CF5-B24F-AB56-9A20-9F8988DC9B45}" dt="2025-04-16T17:41:16.656" v="117"/>
          <pc:sldLayoutMkLst>
            <pc:docMk/>
            <pc:sldMasterMk cId="3846181436" sldId="2147484651"/>
            <pc:sldLayoutMk cId="2469885238" sldId="2147484712"/>
          </pc:sldLayoutMkLst>
        </pc:sldLayoutChg>
        <pc:sldLayoutChg chg="add del">
          <pc:chgData name="Guest User" userId="" providerId="Windows Live" clId="Web-{C0F16CF5-B24F-AB56-9A20-9F8988DC9B45}" dt="2025-04-16T17:41:16.656" v="117"/>
          <pc:sldLayoutMkLst>
            <pc:docMk/>
            <pc:sldMasterMk cId="3846181436" sldId="2147484651"/>
            <pc:sldLayoutMk cId="537617300" sldId="2147484713"/>
          </pc:sldLayoutMkLst>
        </pc:sldLayoutChg>
        <pc:sldLayoutChg chg="add del">
          <pc:chgData name="Guest User" userId="" providerId="Windows Live" clId="Web-{C0F16CF5-B24F-AB56-9A20-9F8988DC9B45}" dt="2025-04-16T17:41:16.656" v="117"/>
          <pc:sldLayoutMkLst>
            <pc:docMk/>
            <pc:sldMasterMk cId="3846181436" sldId="2147484651"/>
            <pc:sldLayoutMk cId="2654310250" sldId="2147484714"/>
          </pc:sldLayoutMkLst>
        </pc:sldLayoutChg>
        <pc:sldLayoutChg chg="add del">
          <pc:chgData name="Guest User" userId="" providerId="Windows Live" clId="Web-{C0F16CF5-B24F-AB56-9A20-9F8988DC9B45}" dt="2025-04-16T17:41:16.656" v="117"/>
          <pc:sldLayoutMkLst>
            <pc:docMk/>
            <pc:sldMasterMk cId="3846181436" sldId="2147484651"/>
            <pc:sldLayoutMk cId="4057085757" sldId="2147484715"/>
          </pc:sldLayoutMkLst>
        </pc:sldLayoutChg>
        <pc:sldLayoutChg chg="add del">
          <pc:chgData name="Guest User" userId="" providerId="Windows Live" clId="Web-{C0F16CF5-B24F-AB56-9A20-9F8988DC9B45}" dt="2025-04-16T17:41:16.656" v="117"/>
          <pc:sldLayoutMkLst>
            <pc:docMk/>
            <pc:sldMasterMk cId="3846181436" sldId="2147484651"/>
            <pc:sldLayoutMk cId="1249080913" sldId="2147484716"/>
          </pc:sldLayoutMkLst>
        </pc:sldLayoutChg>
        <pc:sldLayoutChg chg="add del">
          <pc:chgData name="Guest User" userId="" providerId="Windows Live" clId="Web-{C0F16CF5-B24F-AB56-9A20-9F8988DC9B45}" dt="2025-04-16T17:41:16.656" v="117"/>
          <pc:sldLayoutMkLst>
            <pc:docMk/>
            <pc:sldMasterMk cId="3846181436" sldId="2147484651"/>
            <pc:sldLayoutMk cId="3519868754" sldId="2147484717"/>
          </pc:sldLayoutMkLst>
        </pc:sldLayoutChg>
        <pc:sldLayoutChg chg="add del">
          <pc:chgData name="Guest User" userId="" providerId="Windows Live" clId="Web-{C0F16CF5-B24F-AB56-9A20-9F8988DC9B45}" dt="2025-04-16T17:41:16.656" v="117"/>
          <pc:sldLayoutMkLst>
            <pc:docMk/>
            <pc:sldMasterMk cId="3846181436" sldId="2147484651"/>
            <pc:sldLayoutMk cId="2063018301" sldId="2147484718"/>
          </pc:sldLayoutMkLst>
        </pc:sldLayoutChg>
        <pc:sldLayoutChg chg="add del">
          <pc:chgData name="Guest User" userId="" providerId="Windows Live" clId="Web-{C0F16CF5-B24F-AB56-9A20-9F8988DC9B45}" dt="2025-04-16T17:41:16.656" v="117"/>
          <pc:sldLayoutMkLst>
            <pc:docMk/>
            <pc:sldMasterMk cId="3846181436" sldId="2147484651"/>
            <pc:sldLayoutMk cId="3049588865" sldId="2147484719"/>
          </pc:sldLayoutMkLst>
        </pc:sldLayoutChg>
        <pc:sldLayoutChg chg="add del">
          <pc:chgData name="Guest User" userId="" providerId="Windows Live" clId="Web-{C0F16CF5-B24F-AB56-9A20-9F8988DC9B45}" dt="2025-04-16T17:41:16.656" v="117"/>
          <pc:sldLayoutMkLst>
            <pc:docMk/>
            <pc:sldMasterMk cId="3846181436" sldId="2147484651"/>
            <pc:sldLayoutMk cId="1884758010" sldId="2147484720"/>
          </pc:sldLayoutMkLst>
        </pc:sldLayoutChg>
        <pc:sldLayoutChg chg="add del">
          <pc:chgData name="Guest User" userId="" providerId="Windows Live" clId="Web-{C0F16CF5-B24F-AB56-9A20-9F8988DC9B45}" dt="2025-04-16T17:41:16.656" v="117"/>
          <pc:sldLayoutMkLst>
            <pc:docMk/>
            <pc:sldMasterMk cId="3846181436" sldId="2147484651"/>
            <pc:sldLayoutMk cId="1946084599" sldId="2147484721"/>
          </pc:sldLayoutMkLst>
        </pc:sldLayoutChg>
        <pc:sldLayoutChg chg="add del">
          <pc:chgData name="Guest User" userId="" providerId="Windows Live" clId="Web-{C0F16CF5-B24F-AB56-9A20-9F8988DC9B45}" dt="2025-04-16T17:41:16.656" v="117"/>
          <pc:sldLayoutMkLst>
            <pc:docMk/>
            <pc:sldMasterMk cId="3846181436" sldId="2147484651"/>
            <pc:sldLayoutMk cId="1786571325" sldId="2147484722"/>
          </pc:sldLayoutMkLst>
        </pc:sldLayoutChg>
        <pc:sldLayoutChg chg="add del">
          <pc:chgData name="Guest User" userId="" providerId="Windows Live" clId="Web-{C0F16CF5-B24F-AB56-9A20-9F8988DC9B45}" dt="2025-04-16T17:41:16.656" v="117"/>
          <pc:sldLayoutMkLst>
            <pc:docMk/>
            <pc:sldMasterMk cId="3846181436" sldId="2147484651"/>
            <pc:sldLayoutMk cId="2143758861" sldId="2147484723"/>
          </pc:sldLayoutMkLst>
        </pc:sldLayoutChg>
        <pc:sldLayoutChg chg="add del">
          <pc:chgData name="Guest User" userId="" providerId="Windows Live" clId="Web-{C0F16CF5-B24F-AB56-9A20-9F8988DC9B45}" dt="2025-04-16T17:41:16.656" v="117"/>
          <pc:sldLayoutMkLst>
            <pc:docMk/>
            <pc:sldMasterMk cId="3846181436" sldId="2147484651"/>
            <pc:sldLayoutMk cId="1926798215" sldId="2147484724"/>
          </pc:sldLayoutMkLst>
        </pc:sldLayoutChg>
        <pc:sldLayoutChg chg="add del">
          <pc:chgData name="Guest User" userId="" providerId="Windows Live" clId="Web-{C0F16CF5-B24F-AB56-9A20-9F8988DC9B45}" dt="2025-04-16T17:41:16.656" v="117"/>
          <pc:sldLayoutMkLst>
            <pc:docMk/>
            <pc:sldMasterMk cId="3846181436" sldId="2147484651"/>
            <pc:sldLayoutMk cId="941711883" sldId="2147484725"/>
          </pc:sldLayoutMkLst>
        </pc:sldLayoutChg>
        <pc:sldLayoutChg chg="add del">
          <pc:chgData name="Guest User" userId="" providerId="Windows Live" clId="Web-{C0F16CF5-B24F-AB56-9A20-9F8988DC9B45}" dt="2025-04-16T17:41:16.656" v="117"/>
          <pc:sldLayoutMkLst>
            <pc:docMk/>
            <pc:sldMasterMk cId="3846181436" sldId="2147484651"/>
            <pc:sldLayoutMk cId="1292748087" sldId="2147484726"/>
          </pc:sldLayoutMkLst>
        </pc:sldLayoutChg>
        <pc:sldLayoutChg chg="add del">
          <pc:chgData name="Guest User" userId="" providerId="Windows Live" clId="Web-{C0F16CF5-B24F-AB56-9A20-9F8988DC9B45}" dt="2025-04-16T17:41:16.656" v="117"/>
          <pc:sldLayoutMkLst>
            <pc:docMk/>
            <pc:sldMasterMk cId="3846181436" sldId="2147484651"/>
            <pc:sldLayoutMk cId="2048161287" sldId="2147484727"/>
          </pc:sldLayoutMkLst>
        </pc:sldLayoutChg>
        <pc:sldLayoutChg chg="add del">
          <pc:chgData name="Guest User" userId="" providerId="Windows Live" clId="Web-{C0F16CF5-B24F-AB56-9A20-9F8988DC9B45}" dt="2025-04-16T17:41:16.656" v="117"/>
          <pc:sldLayoutMkLst>
            <pc:docMk/>
            <pc:sldMasterMk cId="3846181436" sldId="2147484651"/>
            <pc:sldLayoutMk cId="3274829759" sldId="2147484728"/>
          </pc:sldLayoutMkLst>
        </pc:sldLayoutChg>
        <pc:sldLayoutChg chg="add del">
          <pc:chgData name="Guest User" userId="" providerId="Windows Live" clId="Web-{C0F16CF5-B24F-AB56-9A20-9F8988DC9B45}" dt="2025-04-16T17:41:16.656" v="117"/>
          <pc:sldLayoutMkLst>
            <pc:docMk/>
            <pc:sldMasterMk cId="3846181436" sldId="2147484651"/>
            <pc:sldLayoutMk cId="1213718470" sldId="2147484729"/>
          </pc:sldLayoutMkLst>
        </pc:sldLayoutChg>
        <pc:sldLayoutChg chg="add del">
          <pc:chgData name="Guest User" userId="" providerId="Windows Live" clId="Web-{C0F16CF5-B24F-AB56-9A20-9F8988DC9B45}" dt="2025-04-16T17:41:16.656" v="117"/>
          <pc:sldLayoutMkLst>
            <pc:docMk/>
            <pc:sldMasterMk cId="3846181436" sldId="2147484651"/>
            <pc:sldLayoutMk cId="1188386453" sldId="2147484730"/>
          </pc:sldLayoutMkLst>
        </pc:sldLayoutChg>
        <pc:sldLayoutChg chg="add del">
          <pc:chgData name="Guest User" userId="" providerId="Windows Live" clId="Web-{C0F16CF5-B24F-AB56-9A20-9F8988DC9B45}" dt="2025-04-16T17:41:16.656" v="117"/>
          <pc:sldLayoutMkLst>
            <pc:docMk/>
            <pc:sldMasterMk cId="3846181436" sldId="2147484651"/>
            <pc:sldLayoutMk cId="1523359468" sldId="2147484731"/>
          </pc:sldLayoutMkLst>
        </pc:sldLayoutChg>
        <pc:sldLayoutChg chg="add del">
          <pc:chgData name="Guest User" userId="" providerId="Windows Live" clId="Web-{C0F16CF5-B24F-AB56-9A20-9F8988DC9B45}" dt="2025-04-16T17:41:16.656" v="117"/>
          <pc:sldLayoutMkLst>
            <pc:docMk/>
            <pc:sldMasterMk cId="3846181436" sldId="2147484651"/>
            <pc:sldLayoutMk cId="3210302992" sldId="2147484732"/>
          </pc:sldLayoutMkLst>
        </pc:sldLayoutChg>
      </pc:sldMasterChg>
      <pc:sldMasterChg chg="add del addSldLayout delSldLayout modSldLayout">
        <pc:chgData name="Guest User" userId="" providerId="Windows Live" clId="Web-{C0F16CF5-B24F-AB56-9A20-9F8988DC9B45}" dt="2025-04-16T17:41:16.656" v="117"/>
        <pc:sldMasterMkLst>
          <pc:docMk/>
          <pc:sldMasterMk cId="3977224971" sldId="2147484733"/>
        </pc:sldMasterMkLst>
        <pc:sldLayoutChg chg="add del mod replId">
          <pc:chgData name="Guest User" userId="" providerId="Windows Live" clId="Web-{C0F16CF5-B24F-AB56-9A20-9F8988DC9B45}" dt="2025-04-16T17:41:16.656" v="117"/>
          <pc:sldLayoutMkLst>
            <pc:docMk/>
            <pc:sldMasterMk cId="3977224971" sldId="2147484733"/>
            <pc:sldLayoutMk cId="1457392363" sldId="2147484734"/>
          </pc:sldLayoutMkLst>
        </pc:sldLayoutChg>
        <pc:sldLayoutChg chg="add del mod replId">
          <pc:chgData name="Guest User" userId="" providerId="Windows Live" clId="Web-{C0F16CF5-B24F-AB56-9A20-9F8988DC9B45}" dt="2025-04-16T17:41:16.656" v="117"/>
          <pc:sldLayoutMkLst>
            <pc:docMk/>
            <pc:sldMasterMk cId="3977224971" sldId="2147484733"/>
            <pc:sldLayoutMk cId="913521791" sldId="2147484735"/>
          </pc:sldLayoutMkLst>
        </pc:sldLayoutChg>
        <pc:sldLayoutChg chg="add del mod replId">
          <pc:chgData name="Guest User" userId="" providerId="Windows Live" clId="Web-{C0F16CF5-B24F-AB56-9A20-9F8988DC9B45}" dt="2025-04-16T17:41:16.656" v="117"/>
          <pc:sldLayoutMkLst>
            <pc:docMk/>
            <pc:sldMasterMk cId="3977224971" sldId="2147484733"/>
            <pc:sldLayoutMk cId="1559682390" sldId="2147484736"/>
          </pc:sldLayoutMkLst>
        </pc:sldLayoutChg>
        <pc:sldLayoutChg chg="add del mod replId">
          <pc:chgData name="Guest User" userId="" providerId="Windows Live" clId="Web-{C0F16CF5-B24F-AB56-9A20-9F8988DC9B45}" dt="2025-04-16T17:41:16.656" v="117"/>
          <pc:sldLayoutMkLst>
            <pc:docMk/>
            <pc:sldMasterMk cId="3977224971" sldId="2147484733"/>
            <pc:sldLayoutMk cId="4153993132" sldId="2147484737"/>
          </pc:sldLayoutMkLst>
        </pc:sldLayoutChg>
        <pc:sldLayoutChg chg="add del mod replId">
          <pc:chgData name="Guest User" userId="" providerId="Windows Live" clId="Web-{C0F16CF5-B24F-AB56-9A20-9F8988DC9B45}" dt="2025-04-16T17:41:16.656" v="117"/>
          <pc:sldLayoutMkLst>
            <pc:docMk/>
            <pc:sldMasterMk cId="3977224971" sldId="2147484733"/>
            <pc:sldLayoutMk cId="116284638" sldId="2147484738"/>
          </pc:sldLayoutMkLst>
        </pc:sldLayoutChg>
        <pc:sldLayoutChg chg="add del mod replId">
          <pc:chgData name="Guest User" userId="" providerId="Windows Live" clId="Web-{C0F16CF5-B24F-AB56-9A20-9F8988DC9B45}" dt="2025-04-16T17:41:16.656" v="117"/>
          <pc:sldLayoutMkLst>
            <pc:docMk/>
            <pc:sldMasterMk cId="3977224971" sldId="2147484733"/>
            <pc:sldLayoutMk cId="2910893570" sldId="2147484739"/>
          </pc:sldLayoutMkLst>
        </pc:sldLayoutChg>
        <pc:sldLayoutChg chg="add del mod replId">
          <pc:chgData name="Guest User" userId="" providerId="Windows Live" clId="Web-{C0F16CF5-B24F-AB56-9A20-9F8988DC9B45}" dt="2025-04-16T17:41:16.656" v="117"/>
          <pc:sldLayoutMkLst>
            <pc:docMk/>
            <pc:sldMasterMk cId="3977224971" sldId="2147484733"/>
            <pc:sldLayoutMk cId="1749234966" sldId="2147484740"/>
          </pc:sldLayoutMkLst>
        </pc:sldLayoutChg>
        <pc:sldLayoutChg chg="add del mod replId">
          <pc:chgData name="Guest User" userId="" providerId="Windows Live" clId="Web-{C0F16CF5-B24F-AB56-9A20-9F8988DC9B45}" dt="2025-04-16T17:41:16.656" v="117"/>
          <pc:sldLayoutMkLst>
            <pc:docMk/>
            <pc:sldMasterMk cId="3977224971" sldId="2147484733"/>
            <pc:sldLayoutMk cId="556843849" sldId="2147484741"/>
          </pc:sldLayoutMkLst>
        </pc:sldLayoutChg>
        <pc:sldLayoutChg chg="add del mod replId">
          <pc:chgData name="Guest User" userId="" providerId="Windows Live" clId="Web-{C0F16CF5-B24F-AB56-9A20-9F8988DC9B45}" dt="2025-04-16T17:41:16.656" v="117"/>
          <pc:sldLayoutMkLst>
            <pc:docMk/>
            <pc:sldMasterMk cId="3977224971" sldId="2147484733"/>
            <pc:sldLayoutMk cId="209330169" sldId="2147484742"/>
          </pc:sldLayoutMkLst>
        </pc:sldLayoutChg>
        <pc:sldLayoutChg chg="add del mod replId">
          <pc:chgData name="Guest User" userId="" providerId="Windows Live" clId="Web-{C0F16CF5-B24F-AB56-9A20-9F8988DC9B45}" dt="2025-04-16T17:41:16.656" v="117"/>
          <pc:sldLayoutMkLst>
            <pc:docMk/>
            <pc:sldMasterMk cId="3977224971" sldId="2147484733"/>
            <pc:sldLayoutMk cId="1472871057" sldId="2147484743"/>
          </pc:sldLayoutMkLst>
        </pc:sldLayoutChg>
        <pc:sldLayoutChg chg="add del mod replId">
          <pc:chgData name="Guest User" userId="" providerId="Windows Live" clId="Web-{C0F16CF5-B24F-AB56-9A20-9F8988DC9B45}" dt="2025-04-16T17:41:16.656" v="117"/>
          <pc:sldLayoutMkLst>
            <pc:docMk/>
            <pc:sldMasterMk cId="3977224971" sldId="2147484733"/>
            <pc:sldLayoutMk cId="3447344455" sldId="2147484744"/>
          </pc:sldLayoutMkLst>
        </pc:sldLayoutChg>
        <pc:sldLayoutChg chg="add del mod replId">
          <pc:chgData name="Guest User" userId="" providerId="Windows Live" clId="Web-{C0F16CF5-B24F-AB56-9A20-9F8988DC9B45}" dt="2025-04-16T17:41:16.656" v="117"/>
          <pc:sldLayoutMkLst>
            <pc:docMk/>
            <pc:sldMasterMk cId="3977224971" sldId="2147484733"/>
            <pc:sldLayoutMk cId="357952009" sldId="2147484745"/>
          </pc:sldLayoutMkLst>
        </pc:sldLayoutChg>
        <pc:sldLayoutChg chg="add del mod replId">
          <pc:chgData name="Guest User" userId="" providerId="Windows Live" clId="Web-{C0F16CF5-B24F-AB56-9A20-9F8988DC9B45}" dt="2025-04-16T17:41:16.656" v="117"/>
          <pc:sldLayoutMkLst>
            <pc:docMk/>
            <pc:sldMasterMk cId="3977224971" sldId="2147484733"/>
            <pc:sldLayoutMk cId="224945518" sldId="2147484746"/>
          </pc:sldLayoutMkLst>
        </pc:sldLayoutChg>
        <pc:sldLayoutChg chg="add del mod replId">
          <pc:chgData name="Guest User" userId="" providerId="Windows Live" clId="Web-{C0F16CF5-B24F-AB56-9A20-9F8988DC9B45}" dt="2025-04-16T17:41:16.656" v="117"/>
          <pc:sldLayoutMkLst>
            <pc:docMk/>
            <pc:sldMasterMk cId="3977224971" sldId="2147484733"/>
            <pc:sldLayoutMk cId="2127086014" sldId="2147484747"/>
          </pc:sldLayoutMkLst>
        </pc:sldLayoutChg>
        <pc:sldLayoutChg chg="add del mod replId">
          <pc:chgData name="Guest User" userId="" providerId="Windows Live" clId="Web-{C0F16CF5-B24F-AB56-9A20-9F8988DC9B45}" dt="2025-04-16T17:41:16.656" v="117"/>
          <pc:sldLayoutMkLst>
            <pc:docMk/>
            <pc:sldMasterMk cId="3977224971" sldId="2147484733"/>
            <pc:sldLayoutMk cId="65689652" sldId="2147484748"/>
          </pc:sldLayoutMkLst>
        </pc:sldLayoutChg>
        <pc:sldLayoutChg chg="add del mod replId">
          <pc:chgData name="Guest User" userId="" providerId="Windows Live" clId="Web-{C0F16CF5-B24F-AB56-9A20-9F8988DC9B45}" dt="2025-04-16T17:41:16.656" v="117"/>
          <pc:sldLayoutMkLst>
            <pc:docMk/>
            <pc:sldMasterMk cId="3977224971" sldId="2147484733"/>
            <pc:sldLayoutMk cId="4019001006" sldId="2147484749"/>
          </pc:sldLayoutMkLst>
        </pc:sldLayoutChg>
        <pc:sldLayoutChg chg="add del mod replId">
          <pc:chgData name="Guest User" userId="" providerId="Windows Live" clId="Web-{C0F16CF5-B24F-AB56-9A20-9F8988DC9B45}" dt="2025-04-16T17:41:16.656" v="117"/>
          <pc:sldLayoutMkLst>
            <pc:docMk/>
            <pc:sldMasterMk cId="3977224971" sldId="2147484733"/>
            <pc:sldLayoutMk cId="3202511052" sldId="2147484750"/>
          </pc:sldLayoutMkLst>
        </pc:sldLayoutChg>
        <pc:sldLayoutChg chg="add del mod replId">
          <pc:chgData name="Guest User" userId="" providerId="Windows Live" clId="Web-{C0F16CF5-B24F-AB56-9A20-9F8988DC9B45}" dt="2025-04-16T17:41:16.656" v="117"/>
          <pc:sldLayoutMkLst>
            <pc:docMk/>
            <pc:sldMasterMk cId="3977224971" sldId="2147484733"/>
            <pc:sldLayoutMk cId="1124012803" sldId="2147484751"/>
          </pc:sldLayoutMkLst>
        </pc:sldLayoutChg>
        <pc:sldLayoutChg chg="add del mod replId">
          <pc:chgData name="Guest User" userId="" providerId="Windows Live" clId="Web-{C0F16CF5-B24F-AB56-9A20-9F8988DC9B45}" dt="2025-04-16T17:41:16.656" v="117"/>
          <pc:sldLayoutMkLst>
            <pc:docMk/>
            <pc:sldMasterMk cId="3977224971" sldId="2147484733"/>
            <pc:sldLayoutMk cId="80544093" sldId="2147484752"/>
          </pc:sldLayoutMkLst>
        </pc:sldLayoutChg>
        <pc:sldLayoutChg chg="add del mod replId">
          <pc:chgData name="Guest User" userId="" providerId="Windows Live" clId="Web-{C0F16CF5-B24F-AB56-9A20-9F8988DC9B45}" dt="2025-04-16T17:41:16.656" v="117"/>
          <pc:sldLayoutMkLst>
            <pc:docMk/>
            <pc:sldMasterMk cId="3977224971" sldId="2147484733"/>
            <pc:sldLayoutMk cId="1975027640" sldId="2147484753"/>
          </pc:sldLayoutMkLst>
        </pc:sldLayoutChg>
        <pc:sldLayoutChg chg="add del mod replId">
          <pc:chgData name="Guest User" userId="" providerId="Windows Live" clId="Web-{C0F16CF5-B24F-AB56-9A20-9F8988DC9B45}" dt="2025-04-16T17:41:16.656" v="117"/>
          <pc:sldLayoutMkLst>
            <pc:docMk/>
            <pc:sldMasterMk cId="3977224971" sldId="2147484733"/>
            <pc:sldLayoutMk cId="268180560" sldId="2147484754"/>
          </pc:sldLayoutMkLst>
        </pc:sldLayoutChg>
        <pc:sldLayoutChg chg="add del mod replId">
          <pc:chgData name="Guest User" userId="" providerId="Windows Live" clId="Web-{C0F16CF5-B24F-AB56-9A20-9F8988DC9B45}" dt="2025-04-16T17:41:16.656" v="117"/>
          <pc:sldLayoutMkLst>
            <pc:docMk/>
            <pc:sldMasterMk cId="3977224971" sldId="2147484733"/>
            <pc:sldLayoutMk cId="2991452738" sldId="2147484755"/>
          </pc:sldLayoutMkLst>
        </pc:sldLayoutChg>
        <pc:sldLayoutChg chg="add del mod replId">
          <pc:chgData name="Guest User" userId="" providerId="Windows Live" clId="Web-{C0F16CF5-B24F-AB56-9A20-9F8988DC9B45}" dt="2025-04-16T17:41:16.656" v="117"/>
          <pc:sldLayoutMkLst>
            <pc:docMk/>
            <pc:sldMasterMk cId="3977224971" sldId="2147484733"/>
            <pc:sldLayoutMk cId="4258852676" sldId="2147484756"/>
          </pc:sldLayoutMkLst>
        </pc:sldLayoutChg>
        <pc:sldLayoutChg chg="add del mod replId">
          <pc:chgData name="Guest User" userId="" providerId="Windows Live" clId="Web-{C0F16CF5-B24F-AB56-9A20-9F8988DC9B45}" dt="2025-04-16T17:41:16.656" v="117"/>
          <pc:sldLayoutMkLst>
            <pc:docMk/>
            <pc:sldMasterMk cId="3977224971" sldId="2147484733"/>
            <pc:sldLayoutMk cId="461790484" sldId="2147484757"/>
          </pc:sldLayoutMkLst>
        </pc:sldLayoutChg>
        <pc:sldLayoutChg chg="add del mod replId">
          <pc:chgData name="Guest User" userId="" providerId="Windows Live" clId="Web-{C0F16CF5-B24F-AB56-9A20-9F8988DC9B45}" dt="2025-04-16T17:41:16.656" v="117"/>
          <pc:sldLayoutMkLst>
            <pc:docMk/>
            <pc:sldMasterMk cId="3977224971" sldId="2147484733"/>
            <pc:sldLayoutMk cId="810742042" sldId="2147484758"/>
          </pc:sldLayoutMkLst>
        </pc:sldLayoutChg>
        <pc:sldLayoutChg chg="add del mod replId">
          <pc:chgData name="Guest User" userId="" providerId="Windows Live" clId="Web-{C0F16CF5-B24F-AB56-9A20-9F8988DC9B45}" dt="2025-04-16T17:41:16.656" v="117"/>
          <pc:sldLayoutMkLst>
            <pc:docMk/>
            <pc:sldMasterMk cId="3977224971" sldId="2147484733"/>
            <pc:sldLayoutMk cId="174023045" sldId="2147484759"/>
          </pc:sldLayoutMkLst>
        </pc:sldLayoutChg>
        <pc:sldLayoutChg chg="add del mod replId">
          <pc:chgData name="Guest User" userId="" providerId="Windows Live" clId="Web-{C0F16CF5-B24F-AB56-9A20-9F8988DC9B45}" dt="2025-04-16T17:41:16.656" v="117"/>
          <pc:sldLayoutMkLst>
            <pc:docMk/>
            <pc:sldMasterMk cId="3977224971" sldId="2147484733"/>
            <pc:sldLayoutMk cId="1969814732" sldId="2147484760"/>
          </pc:sldLayoutMkLst>
        </pc:sldLayoutChg>
        <pc:sldLayoutChg chg="add del mod replId">
          <pc:chgData name="Guest User" userId="" providerId="Windows Live" clId="Web-{C0F16CF5-B24F-AB56-9A20-9F8988DC9B45}" dt="2025-04-16T17:41:16.656" v="117"/>
          <pc:sldLayoutMkLst>
            <pc:docMk/>
            <pc:sldMasterMk cId="3977224971" sldId="2147484733"/>
            <pc:sldLayoutMk cId="1453054132" sldId="2147484761"/>
          </pc:sldLayoutMkLst>
        </pc:sldLayoutChg>
        <pc:sldLayoutChg chg="add del mod replId">
          <pc:chgData name="Guest User" userId="" providerId="Windows Live" clId="Web-{C0F16CF5-B24F-AB56-9A20-9F8988DC9B45}" dt="2025-04-16T17:41:16.656" v="117"/>
          <pc:sldLayoutMkLst>
            <pc:docMk/>
            <pc:sldMasterMk cId="3977224971" sldId="2147484733"/>
            <pc:sldLayoutMk cId="3651663523" sldId="2147484762"/>
          </pc:sldLayoutMkLst>
        </pc:sldLayoutChg>
        <pc:sldLayoutChg chg="add del mod replId">
          <pc:chgData name="Guest User" userId="" providerId="Windows Live" clId="Web-{C0F16CF5-B24F-AB56-9A20-9F8988DC9B45}" dt="2025-04-16T17:41:16.656" v="117"/>
          <pc:sldLayoutMkLst>
            <pc:docMk/>
            <pc:sldMasterMk cId="3977224971" sldId="2147484733"/>
            <pc:sldLayoutMk cId="1865016758" sldId="2147484763"/>
          </pc:sldLayoutMkLst>
        </pc:sldLayoutChg>
        <pc:sldLayoutChg chg="add del mod replId">
          <pc:chgData name="Guest User" userId="" providerId="Windows Live" clId="Web-{C0F16CF5-B24F-AB56-9A20-9F8988DC9B45}" dt="2025-04-16T17:41:16.656" v="117"/>
          <pc:sldLayoutMkLst>
            <pc:docMk/>
            <pc:sldMasterMk cId="3977224971" sldId="2147484733"/>
            <pc:sldLayoutMk cId="2245915729" sldId="2147484764"/>
          </pc:sldLayoutMkLst>
        </pc:sldLayoutChg>
        <pc:sldLayoutChg chg="add del mod replId">
          <pc:chgData name="Guest User" userId="" providerId="Windows Live" clId="Web-{C0F16CF5-B24F-AB56-9A20-9F8988DC9B45}" dt="2025-04-16T17:41:16.656" v="117"/>
          <pc:sldLayoutMkLst>
            <pc:docMk/>
            <pc:sldMasterMk cId="3977224971" sldId="2147484733"/>
            <pc:sldLayoutMk cId="2789555641" sldId="2147484765"/>
          </pc:sldLayoutMkLst>
        </pc:sldLayoutChg>
        <pc:sldLayoutChg chg="add del mod replId">
          <pc:chgData name="Guest User" userId="" providerId="Windows Live" clId="Web-{C0F16CF5-B24F-AB56-9A20-9F8988DC9B45}" dt="2025-04-16T17:41:16.656" v="117"/>
          <pc:sldLayoutMkLst>
            <pc:docMk/>
            <pc:sldMasterMk cId="3977224971" sldId="2147484733"/>
            <pc:sldLayoutMk cId="1192461158" sldId="2147484766"/>
          </pc:sldLayoutMkLst>
        </pc:sldLayoutChg>
        <pc:sldLayoutChg chg="add del mod replId">
          <pc:chgData name="Guest User" userId="" providerId="Windows Live" clId="Web-{C0F16CF5-B24F-AB56-9A20-9F8988DC9B45}" dt="2025-04-16T17:41:16.656" v="117"/>
          <pc:sldLayoutMkLst>
            <pc:docMk/>
            <pc:sldMasterMk cId="3977224971" sldId="2147484733"/>
            <pc:sldLayoutMk cId="3204679846" sldId="2147484767"/>
          </pc:sldLayoutMkLst>
        </pc:sldLayoutChg>
        <pc:sldLayoutChg chg="add del mod replId">
          <pc:chgData name="Guest User" userId="" providerId="Windows Live" clId="Web-{C0F16CF5-B24F-AB56-9A20-9F8988DC9B45}" dt="2025-04-16T17:41:16.656" v="117"/>
          <pc:sldLayoutMkLst>
            <pc:docMk/>
            <pc:sldMasterMk cId="3977224971" sldId="2147484733"/>
            <pc:sldLayoutMk cId="2549040859" sldId="2147484768"/>
          </pc:sldLayoutMkLst>
        </pc:sldLayoutChg>
        <pc:sldLayoutChg chg="add del mod replId">
          <pc:chgData name="Guest User" userId="" providerId="Windows Live" clId="Web-{C0F16CF5-B24F-AB56-9A20-9F8988DC9B45}" dt="2025-04-16T17:41:16.656" v="117"/>
          <pc:sldLayoutMkLst>
            <pc:docMk/>
            <pc:sldMasterMk cId="3977224971" sldId="2147484733"/>
            <pc:sldLayoutMk cId="3024450615" sldId="2147484769"/>
          </pc:sldLayoutMkLst>
        </pc:sldLayoutChg>
        <pc:sldLayoutChg chg="add del mod replId">
          <pc:chgData name="Guest User" userId="" providerId="Windows Live" clId="Web-{C0F16CF5-B24F-AB56-9A20-9F8988DC9B45}" dt="2025-04-16T17:41:16.656" v="117"/>
          <pc:sldLayoutMkLst>
            <pc:docMk/>
            <pc:sldMasterMk cId="3977224971" sldId="2147484733"/>
            <pc:sldLayoutMk cId="3105439858" sldId="2147484770"/>
          </pc:sldLayoutMkLst>
        </pc:sldLayoutChg>
        <pc:sldLayoutChg chg="add del mod replId">
          <pc:chgData name="Guest User" userId="" providerId="Windows Live" clId="Web-{C0F16CF5-B24F-AB56-9A20-9F8988DC9B45}" dt="2025-04-16T17:41:16.656" v="117"/>
          <pc:sldLayoutMkLst>
            <pc:docMk/>
            <pc:sldMasterMk cId="3977224971" sldId="2147484733"/>
            <pc:sldLayoutMk cId="3015144817" sldId="2147484771"/>
          </pc:sldLayoutMkLst>
        </pc:sldLayoutChg>
        <pc:sldLayoutChg chg="add del mod replId">
          <pc:chgData name="Guest User" userId="" providerId="Windows Live" clId="Web-{C0F16CF5-B24F-AB56-9A20-9F8988DC9B45}" dt="2025-04-16T17:41:16.656" v="117"/>
          <pc:sldLayoutMkLst>
            <pc:docMk/>
            <pc:sldMasterMk cId="3977224971" sldId="2147484733"/>
            <pc:sldLayoutMk cId="1787135110" sldId="2147484772"/>
          </pc:sldLayoutMkLst>
        </pc:sldLayoutChg>
        <pc:sldLayoutChg chg="add del mod replId">
          <pc:chgData name="Guest User" userId="" providerId="Windows Live" clId="Web-{C0F16CF5-B24F-AB56-9A20-9F8988DC9B45}" dt="2025-04-16T17:41:16.656" v="117"/>
          <pc:sldLayoutMkLst>
            <pc:docMk/>
            <pc:sldMasterMk cId="3977224971" sldId="2147484733"/>
            <pc:sldLayoutMk cId="3341297462" sldId="2147484773"/>
          </pc:sldLayoutMkLst>
        </pc:sldLayoutChg>
        <pc:sldLayoutChg chg="add del mod replId">
          <pc:chgData name="Guest User" userId="" providerId="Windows Live" clId="Web-{C0F16CF5-B24F-AB56-9A20-9F8988DC9B45}" dt="2025-04-16T17:41:16.656" v="117"/>
          <pc:sldLayoutMkLst>
            <pc:docMk/>
            <pc:sldMasterMk cId="3977224971" sldId="2147484733"/>
            <pc:sldLayoutMk cId="2434683762" sldId="2147484774"/>
          </pc:sldLayoutMkLst>
        </pc:sldLayoutChg>
        <pc:sldLayoutChg chg="add del mod replId">
          <pc:chgData name="Guest User" userId="" providerId="Windows Live" clId="Web-{C0F16CF5-B24F-AB56-9A20-9F8988DC9B45}" dt="2025-04-16T17:41:16.656" v="117"/>
          <pc:sldLayoutMkLst>
            <pc:docMk/>
            <pc:sldMasterMk cId="3977224971" sldId="2147484733"/>
            <pc:sldLayoutMk cId="1347102795" sldId="2147484775"/>
          </pc:sldLayoutMkLst>
        </pc:sldLayoutChg>
        <pc:sldLayoutChg chg="add del mod replId">
          <pc:chgData name="Guest User" userId="" providerId="Windows Live" clId="Web-{C0F16CF5-B24F-AB56-9A20-9F8988DC9B45}" dt="2025-04-16T17:41:16.656" v="117"/>
          <pc:sldLayoutMkLst>
            <pc:docMk/>
            <pc:sldMasterMk cId="3977224971" sldId="2147484733"/>
            <pc:sldLayoutMk cId="4147801487" sldId="2147484776"/>
          </pc:sldLayoutMkLst>
        </pc:sldLayoutChg>
        <pc:sldLayoutChg chg="add del mod replId">
          <pc:chgData name="Guest User" userId="" providerId="Windows Live" clId="Web-{C0F16CF5-B24F-AB56-9A20-9F8988DC9B45}" dt="2025-04-16T17:41:16.656" v="117"/>
          <pc:sldLayoutMkLst>
            <pc:docMk/>
            <pc:sldMasterMk cId="3977224971" sldId="2147484733"/>
            <pc:sldLayoutMk cId="1660900121" sldId="2147484777"/>
          </pc:sldLayoutMkLst>
        </pc:sldLayoutChg>
        <pc:sldLayoutChg chg="add del mod replId">
          <pc:chgData name="Guest User" userId="" providerId="Windows Live" clId="Web-{C0F16CF5-B24F-AB56-9A20-9F8988DC9B45}" dt="2025-04-16T17:41:16.656" v="117"/>
          <pc:sldLayoutMkLst>
            <pc:docMk/>
            <pc:sldMasterMk cId="3977224971" sldId="2147484733"/>
            <pc:sldLayoutMk cId="465188953" sldId="2147484778"/>
          </pc:sldLayoutMkLst>
        </pc:sldLayoutChg>
        <pc:sldLayoutChg chg="add del mod replId">
          <pc:chgData name="Guest User" userId="" providerId="Windows Live" clId="Web-{C0F16CF5-B24F-AB56-9A20-9F8988DC9B45}" dt="2025-04-16T17:41:16.656" v="117"/>
          <pc:sldLayoutMkLst>
            <pc:docMk/>
            <pc:sldMasterMk cId="3977224971" sldId="2147484733"/>
            <pc:sldLayoutMk cId="3621459406" sldId="2147484779"/>
          </pc:sldLayoutMkLst>
        </pc:sldLayoutChg>
        <pc:sldLayoutChg chg="add del mod replId">
          <pc:chgData name="Guest User" userId="" providerId="Windows Live" clId="Web-{C0F16CF5-B24F-AB56-9A20-9F8988DC9B45}" dt="2025-04-16T17:41:16.656" v="117"/>
          <pc:sldLayoutMkLst>
            <pc:docMk/>
            <pc:sldMasterMk cId="3977224971" sldId="2147484733"/>
            <pc:sldLayoutMk cId="1904133749" sldId="2147484780"/>
          </pc:sldLayoutMkLst>
        </pc:sldLayoutChg>
        <pc:sldLayoutChg chg="add del mod replId">
          <pc:chgData name="Guest User" userId="" providerId="Windows Live" clId="Web-{C0F16CF5-B24F-AB56-9A20-9F8988DC9B45}" dt="2025-04-16T17:41:16.656" v="117"/>
          <pc:sldLayoutMkLst>
            <pc:docMk/>
            <pc:sldMasterMk cId="3977224971" sldId="2147484733"/>
            <pc:sldLayoutMk cId="3328640767" sldId="2147484781"/>
          </pc:sldLayoutMkLst>
        </pc:sldLayoutChg>
        <pc:sldLayoutChg chg="add del mod replId">
          <pc:chgData name="Guest User" userId="" providerId="Windows Live" clId="Web-{C0F16CF5-B24F-AB56-9A20-9F8988DC9B45}" dt="2025-04-16T17:41:16.656" v="117"/>
          <pc:sldLayoutMkLst>
            <pc:docMk/>
            <pc:sldMasterMk cId="3977224971" sldId="2147484733"/>
            <pc:sldLayoutMk cId="2611088578" sldId="2147484782"/>
          </pc:sldLayoutMkLst>
        </pc:sldLayoutChg>
        <pc:sldLayoutChg chg="add del mod replId">
          <pc:chgData name="Guest User" userId="" providerId="Windows Live" clId="Web-{C0F16CF5-B24F-AB56-9A20-9F8988DC9B45}" dt="2025-04-16T17:41:16.656" v="117"/>
          <pc:sldLayoutMkLst>
            <pc:docMk/>
            <pc:sldMasterMk cId="3977224971" sldId="2147484733"/>
            <pc:sldLayoutMk cId="3826069267" sldId="2147484783"/>
          </pc:sldLayoutMkLst>
        </pc:sldLayoutChg>
        <pc:sldLayoutChg chg="add del mod replId">
          <pc:chgData name="Guest User" userId="" providerId="Windows Live" clId="Web-{C0F16CF5-B24F-AB56-9A20-9F8988DC9B45}" dt="2025-04-16T17:41:16.656" v="117"/>
          <pc:sldLayoutMkLst>
            <pc:docMk/>
            <pc:sldMasterMk cId="3977224971" sldId="2147484733"/>
            <pc:sldLayoutMk cId="3269206405" sldId="2147484784"/>
          </pc:sldLayoutMkLst>
        </pc:sldLayoutChg>
        <pc:sldLayoutChg chg="add del mod replId">
          <pc:chgData name="Guest User" userId="" providerId="Windows Live" clId="Web-{C0F16CF5-B24F-AB56-9A20-9F8988DC9B45}" dt="2025-04-16T17:41:16.656" v="117"/>
          <pc:sldLayoutMkLst>
            <pc:docMk/>
            <pc:sldMasterMk cId="3977224971" sldId="2147484733"/>
            <pc:sldLayoutMk cId="1457300999" sldId="2147484785"/>
          </pc:sldLayoutMkLst>
        </pc:sldLayoutChg>
        <pc:sldLayoutChg chg="add del mod replId">
          <pc:chgData name="Guest User" userId="" providerId="Windows Live" clId="Web-{C0F16CF5-B24F-AB56-9A20-9F8988DC9B45}" dt="2025-04-16T17:41:16.656" v="117"/>
          <pc:sldLayoutMkLst>
            <pc:docMk/>
            <pc:sldMasterMk cId="3977224971" sldId="2147484733"/>
            <pc:sldLayoutMk cId="3885253398" sldId="2147484786"/>
          </pc:sldLayoutMkLst>
        </pc:sldLayoutChg>
        <pc:sldLayoutChg chg="add del mod replId">
          <pc:chgData name="Guest User" userId="" providerId="Windows Live" clId="Web-{C0F16CF5-B24F-AB56-9A20-9F8988DC9B45}" dt="2025-04-16T17:41:16.656" v="117"/>
          <pc:sldLayoutMkLst>
            <pc:docMk/>
            <pc:sldMasterMk cId="3977224971" sldId="2147484733"/>
            <pc:sldLayoutMk cId="2533354755" sldId="2147484787"/>
          </pc:sldLayoutMkLst>
        </pc:sldLayoutChg>
        <pc:sldLayoutChg chg="add del mod replId">
          <pc:chgData name="Guest User" userId="" providerId="Windows Live" clId="Web-{C0F16CF5-B24F-AB56-9A20-9F8988DC9B45}" dt="2025-04-16T17:41:16.656" v="117"/>
          <pc:sldLayoutMkLst>
            <pc:docMk/>
            <pc:sldMasterMk cId="3977224971" sldId="2147484733"/>
            <pc:sldLayoutMk cId="673588610" sldId="2147484788"/>
          </pc:sldLayoutMkLst>
        </pc:sldLayoutChg>
        <pc:sldLayoutChg chg="add del mod replId">
          <pc:chgData name="Guest User" userId="" providerId="Windows Live" clId="Web-{C0F16CF5-B24F-AB56-9A20-9F8988DC9B45}" dt="2025-04-16T17:41:16.656" v="117"/>
          <pc:sldLayoutMkLst>
            <pc:docMk/>
            <pc:sldMasterMk cId="3977224971" sldId="2147484733"/>
            <pc:sldLayoutMk cId="1847675879" sldId="2147484789"/>
          </pc:sldLayoutMkLst>
        </pc:sldLayoutChg>
        <pc:sldLayoutChg chg="add del mod replId">
          <pc:chgData name="Guest User" userId="" providerId="Windows Live" clId="Web-{C0F16CF5-B24F-AB56-9A20-9F8988DC9B45}" dt="2025-04-16T17:41:16.656" v="117"/>
          <pc:sldLayoutMkLst>
            <pc:docMk/>
            <pc:sldMasterMk cId="3977224971" sldId="2147484733"/>
            <pc:sldLayoutMk cId="3403954839" sldId="2147484790"/>
          </pc:sldLayoutMkLst>
        </pc:sldLayoutChg>
        <pc:sldLayoutChg chg="add del mod replId">
          <pc:chgData name="Guest User" userId="" providerId="Windows Live" clId="Web-{C0F16CF5-B24F-AB56-9A20-9F8988DC9B45}" dt="2025-04-16T17:41:16.656" v="117"/>
          <pc:sldLayoutMkLst>
            <pc:docMk/>
            <pc:sldMasterMk cId="3977224971" sldId="2147484733"/>
            <pc:sldLayoutMk cId="1502757657" sldId="2147484791"/>
          </pc:sldLayoutMkLst>
        </pc:sldLayoutChg>
        <pc:sldLayoutChg chg="add del mod replId">
          <pc:chgData name="Guest User" userId="" providerId="Windows Live" clId="Web-{C0F16CF5-B24F-AB56-9A20-9F8988DC9B45}" dt="2025-04-16T17:41:16.656" v="117"/>
          <pc:sldLayoutMkLst>
            <pc:docMk/>
            <pc:sldMasterMk cId="3977224971" sldId="2147484733"/>
            <pc:sldLayoutMk cId="3930093878" sldId="2147484792"/>
          </pc:sldLayoutMkLst>
        </pc:sldLayoutChg>
        <pc:sldLayoutChg chg="add del mod replId">
          <pc:chgData name="Guest User" userId="" providerId="Windows Live" clId="Web-{C0F16CF5-B24F-AB56-9A20-9F8988DC9B45}" dt="2025-04-16T17:41:16.656" v="117"/>
          <pc:sldLayoutMkLst>
            <pc:docMk/>
            <pc:sldMasterMk cId="3977224971" sldId="2147484733"/>
            <pc:sldLayoutMk cId="203150698" sldId="2147484793"/>
          </pc:sldLayoutMkLst>
        </pc:sldLayoutChg>
        <pc:sldLayoutChg chg="add del mod replId">
          <pc:chgData name="Guest User" userId="" providerId="Windows Live" clId="Web-{C0F16CF5-B24F-AB56-9A20-9F8988DC9B45}" dt="2025-04-16T17:41:16.656" v="117"/>
          <pc:sldLayoutMkLst>
            <pc:docMk/>
            <pc:sldMasterMk cId="3977224971" sldId="2147484733"/>
            <pc:sldLayoutMk cId="3827325107" sldId="2147484794"/>
          </pc:sldLayoutMkLst>
        </pc:sldLayoutChg>
        <pc:sldLayoutChg chg="add del mod replId">
          <pc:chgData name="Guest User" userId="" providerId="Windows Live" clId="Web-{C0F16CF5-B24F-AB56-9A20-9F8988DC9B45}" dt="2025-04-16T17:41:16.656" v="117"/>
          <pc:sldLayoutMkLst>
            <pc:docMk/>
            <pc:sldMasterMk cId="3977224971" sldId="2147484733"/>
            <pc:sldLayoutMk cId="3429223945" sldId="2147484795"/>
          </pc:sldLayoutMkLst>
        </pc:sldLayoutChg>
        <pc:sldLayoutChg chg="add del mod replId">
          <pc:chgData name="Guest User" userId="" providerId="Windows Live" clId="Web-{C0F16CF5-B24F-AB56-9A20-9F8988DC9B45}" dt="2025-04-16T17:41:16.656" v="117"/>
          <pc:sldLayoutMkLst>
            <pc:docMk/>
            <pc:sldMasterMk cId="3977224971" sldId="2147484733"/>
            <pc:sldLayoutMk cId="4208865718" sldId="2147484796"/>
          </pc:sldLayoutMkLst>
        </pc:sldLayoutChg>
        <pc:sldLayoutChg chg="add del mod replId">
          <pc:chgData name="Guest User" userId="" providerId="Windows Live" clId="Web-{C0F16CF5-B24F-AB56-9A20-9F8988DC9B45}" dt="2025-04-16T17:41:16.656" v="117"/>
          <pc:sldLayoutMkLst>
            <pc:docMk/>
            <pc:sldMasterMk cId="3977224971" sldId="2147484733"/>
            <pc:sldLayoutMk cId="4136948840" sldId="2147484797"/>
          </pc:sldLayoutMkLst>
        </pc:sldLayoutChg>
        <pc:sldLayoutChg chg="add del mod replId">
          <pc:chgData name="Guest User" userId="" providerId="Windows Live" clId="Web-{C0F16CF5-B24F-AB56-9A20-9F8988DC9B45}" dt="2025-04-16T17:41:16.656" v="117"/>
          <pc:sldLayoutMkLst>
            <pc:docMk/>
            <pc:sldMasterMk cId="3977224971" sldId="2147484733"/>
            <pc:sldLayoutMk cId="2790428271" sldId="2147484798"/>
          </pc:sldLayoutMkLst>
        </pc:sldLayoutChg>
        <pc:sldLayoutChg chg="add del mod replId">
          <pc:chgData name="Guest User" userId="" providerId="Windows Live" clId="Web-{C0F16CF5-B24F-AB56-9A20-9F8988DC9B45}" dt="2025-04-16T17:41:16.656" v="117"/>
          <pc:sldLayoutMkLst>
            <pc:docMk/>
            <pc:sldMasterMk cId="3977224971" sldId="2147484733"/>
            <pc:sldLayoutMk cId="3967143297" sldId="2147484799"/>
          </pc:sldLayoutMkLst>
        </pc:sldLayoutChg>
        <pc:sldLayoutChg chg="add del mod replId">
          <pc:chgData name="Guest User" userId="" providerId="Windows Live" clId="Web-{C0F16CF5-B24F-AB56-9A20-9F8988DC9B45}" dt="2025-04-16T17:41:16.656" v="117"/>
          <pc:sldLayoutMkLst>
            <pc:docMk/>
            <pc:sldMasterMk cId="3977224971" sldId="2147484733"/>
            <pc:sldLayoutMk cId="3514125433" sldId="2147484800"/>
          </pc:sldLayoutMkLst>
        </pc:sldLayoutChg>
        <pc:sldLayoutChg chg="add del mod replId">
          <pc:chgData name="Guest User" userId="" providerId="Windows Live" clId="Web-{C0F16CF5-B24F-AB56-9A20-9F8988DC9B45}" dt="2025-04-16T17:41:16.656" v="117"/>
          <pc:sldLayoutMkLst>
            <pc:docMk/>
            <pc:sldMasterMk cId="3977224971" sldId="2147484733"/>
            <pc:sldLayoutMk cId="3572238092" sldId="2147484801"/>
          </pc:sldLayoutMkLst>
        </pc:sldLayoutChg>
        <pc:sldLayoutChg chg="add del mod replId">
          <pc:chgData name="Guest User" userId="" providerId="Windows Live" clId="Web-{C0F16CF5-B24F-AB56-9A20-9F8988DC9B45}" dt="2025-04-16T17:41:16.656" v="117"/>
          <pc:sldLayoutMkLst>
            <pc:docMk/>
            <pc:sldMasterMk cId="3977224971" sldId="2147484733"/>
            <pc:sldLayoutMk cId="2289448368" sldId="2147484802"/>
          </pc:sldLayoutMkLst>
        </pc:sldLayoutChg>
        <pc:sldLayoutChg chg="add del mod replId">
          <pc:chgData name="Guest User" userId="" providerId="Windows Live" clId="Web-{C0F16CF5-B24F-AB56-9A20-9F8988DC9B45}" dt="2025-04-16T17:41:16.656" v="117"/>
          <pc:sldLayoutMkLst>
            <pc:docMk/>
            <pc:sldMasterMk cId="3977224971" sldId="2147484733"/>
            <pc:sldLayoutMk cId="2028868067" sldId="2147484803"/>
          </pc:sldLayoutMkLst>
        </pc:sldLayoutChg>
        <pc:sldLayoutChg chg="add del mod replId">
          <pc:chgData name="Guest User" userId="" providerId="Windows Live" clId="Web-{C0F16CF5-B24F-AB56-9A20-9F8988DC9B45}" dt="2025-04-16T17:41:16.656" v="117"/>
          <pc:sldLayoutMkLst>
            <pc:docMk/>
            <pc:sldMasterMk cId="3977224971" sldId="2147484733"/>
            <pc:sldLayoutMk cId="1970306943" sldId="214748480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36C658-4C26-49F6-A3F4-4BC2940F1511}" type="doc">
      <dgm:prSet loTypeId="urn:microsoft.com/office/officeart/2009/3/layout/CircleRelationship" loCatId="relationship" qsTypeId="urn:microsoft.com/office/officeart/2005/8/quickstyle/3d1" qsCatId="3D" csTypeId="urn:microsoft.com/office/officeart/2005/8/colors/accent1_2" csCatId="accent1" phldr="1"/>
      <dgm:spPr/>
      <dgm:t>
        <a:bodyPr/>
        <a:lstStyle/>
        <a:p>
          <a:endParaRPr lang="en-IN"/>
        </a:p>
      </dgm:t>
    </dgm:pt>
    <dgm:pt modelId="{260AD0D9-7F8D-4260-97A9-F68D0868A61F}">
      <dgm:prSet/>
      <dgm:spPr>
        <a:effectLst>
          <a:outerShdw blurRad="419100" dist="215900" dir="13140000" sx="200000" sy="200000" rotWithShape="0">
            <a:srgbClr val="000000">
              <a:alpha val="36000"/>
            </a:srgbClr>
          </a:outerShdw>
          <a:softEdge rad="0"/>
        </a:effectLst>
        <a:scene3d>
          <a:camera prst="orthographicFront"/>
          <a:lightRig rig="flat" dir="t"/>
        </a:scene3d>
        <a:sp3d prstMaterial="plastic">
          <a:bevelT w="120900" h="88900" prst="hardEdge"/>
          <a:bevelB w="88900" h="31750" prst="angle"/>
        </a:sp3d>
      </dgm:spPr>
      <dgm:t>
        <a:bodyPr/>
        <a:lstStyle/>
        <a:p>
          <a:r>
            <a:rPr lang="en-IN" b="1" dirty="0">
              <a:latin typeface="Times New Roman" panose="02020603050405020304" pitchFamily="18" charset="0"/>
              <a:cs typeface="Times New Roman" panose="02020603050405020304" pitchFamily="18" charset="0"/>
            </a:rPr>
            <a:t>Exploratory Data Analysis (EDA)</a:t>
          </a:r>
          <a:endParaRPr lang="en-IN" dirty="0">
            <a:latin typeface="Times New Roman" panose="02020603050405020304" pitchFamily="18" charset="0"/>
            <a:cs typeface="Times New Roman" panose="02020603050405020304" pitchFamily="18" charset="0"/>
          </a:endParaRPr>
        </a:p>
      </dgm:t>
    </dgm:pt>
    <dgm:pt modelId="{2BD54688-85F4-4BE9-ABCC-87C93D0F32A6}" type="parTrans" cxnId="{27E0CC20-3186-4442-B953-75C2683BCB5B}">
      <dgm:prSet/>
      <dgm:spPr/>
      <dgm:t>
        <a:bodyPr/>
        <a:lstStyle/>
        <a:p>
          <a:endParaRPr lang="en-IN"/>
        </a:p>
      </dgm:t>
    </dgm:pt>
    <dgm:pt modelId="{AC844FB2-6E9F-4A98-8089-C11039479D32}" type="sibTrans" cxnId="{27E0CC20-3186-4442-B953-75C2683BCB5B}">
      <dgm:prSet/>
      <dgm:spPr/>
      <dgm:t>
        <a:bodyPr/>
        <a:lstStyle/>
        <a:p>
          <a:endParaRPr lang="en-IN"/>
        </a:p>
      </dgm:t>
    </dgm:pt>
    <dgm:pt modelId="{75C2777F-A994-40A2-A8F3-CB44D54CE3B0}" type="pres">
      <dgm:prSet presAssocID="{7736C658-4C26-49F6-A3F4-4BC2940F1511}" presName="Name0" presStyleCnt="0">
        <dgm:presLayoutVars>
          <dgm:chMax val="1"/>
          <dgm:chPref val="1"/>
        </dgm:presLayoutVars>
      </dgm:prSet>
      <dgm:spPr/>
    </dgm:pt>
    <dgm:pt modelId="{B156EEBB-BA3B-483B-BCF4-557CB3EA936E}" type="pres">
      <dgm:prSet presAssocID="{260AD0D9-7F8D-4260-97A9-F68D0868A61F}" presName="Parent" presStyleLbl="node0" presStyleIdx="0" presStyleCnt="1" custLinFactNeighborX="8200" custLinFactNeighborY="-11189">
        <dgm:presLayoutVars>
          <dgm:chMax val="5"/>
          <dgm:chPref val="5"/>
        </dgm:presLayoutVars>
      </dgm:prSet>
      <dgm:spPr/>
    </dgm:pt>
    <dgm:pt modelId="{8FFD0245-34AF-423D-83E1-6733E7F0C2E1}" type="pres">
      <dgm:prSet presAssocID="{260AD0D9-7F8D-4260-97A9-F68D0868A61F}" presName="Accent1" presStyleLbl="node1" presStyleIdx="0" presStyleCnt="6"/>
      <dgm:spPr/>
    </dgm:pt>
    <dgm:pt modelId="{B79BFBB7-0429-455C-9874-C379AC4257F7}" type="pres">
      <dgm:prSet presAssocID="{260AD0D9-7F8D-4260-97A9-F68D0868A61F}" presName="Accent2" presStyleLbl="node1" presStyleIdx="1" presStyleCnt="6"/>
      <dgm:spPr/>
    </dgm:pt>
    <dgm:pt modelId="{E51E17F0-8C00-46C1-A62A-6DF6F2075566}" type="pres">
      <dgm:prSet presAssocID="{260AD0D9-7F8D-4260-97A9-F68D0868A61F}" presName="Accent3" presStyleLbl="node1" presStyleIdx="2" presStyleCnt="6"/>
      <dgm:spPr/>
    </dgm:pt>
    <dgm:pt modelId="{DC2FDA4C-81F6-45AF-B8AD-2548260020C8}" type="pres">
      <dgm:prSet presAssocID="{260AD0D9-7F8D-4260-97A9-F68D0868A61F}" presName="Accent4" presStyleLbl="node1" presStyleIdx="3" presStyleCnt="6"/>
      <dgm:spPr/>
    </dgm:pt>
    <dgm:pt modelId="{71255A7B-6133-4970-B672-52A27B25911A}" type="pres">
      <dgm:prSet presAssocID="{260AD0D9-7F8D-4260-97A9-F68D0868A61F}" presName="Accent5" presStyleLbl="node1" presStyleIdx="4" presStyleCnt="6"/>
      <dgm:spPr/>
    </dgm:pt>
    <dgm:pt modelId="{2DF5DE7F-6EF8-4D0C-A236-BBE811D42AC7}" type="pres">
      <dgm:prSet presAssocID="{260AD0D9-7F8D-4260-97A9-F68D0868A61F}" presName="Accent6" presStyleLbl="node1" presStyleIdx="5" presStyleCnt="6"/>
      <dgm:spPr/>
    </dgm:pt>
  </dgm:ptLst>
  <dgm:cxnLst>
    <dgm:cxn modelId="{27E0CC20-3186-4442-B953-75C2683BCB5B}" srcId="{7736C658-4C26-49F6-A3F4-4BC2940F1511}" destId="{260AD0D9-7F8D-4260-97A9-F68D0868A61F}" srcOrd="0" destOrd="0" parTransId="{2BD54688-85F4-4BE9-ABCC-87C93D0F32A6}" sibTransId="{AC844FB2-6E9F-4A98-8089-C11039479D32}"/>
    <dgm:cxn modelId="{29F5E34C-97EA-4C63-98F0-826FDF02AAEB}" type="presOf" srcId="{7736C658-4C26-49F6-A3F4-4BC2940F1511}" destId="{75C2777F-A994-40A2-A8F3-CB44D54CE3B0}" srcOrd="0" destOrd="0" presId="urn:microsoft.com/office/officeart/2009/3/layout/CircleRelationship"/>
    <dgm:cxn modelId="{EAD36E9D-4A89-40AF-AC2E-E8490B0F85D0}" type="presOf" srcId="{260AD0D9-7F8D-4260-97A9-F68D0868A61F}" destId="{B156EEBB-BA3B-483B-BCF4-557CB3EA936E}" srcOrd="0" destOrd="0" presId="urn:microsoft.com/office/officeart/2009/3/layout/CircleRelationship"/>
    <dgm:cxn modelId="{A724F610-C224-4D90-B6E9-7EEA9F3B5DC9}" type="presParOf" srcId="{75C2777F-A994-40A2-A8F3-CB44D54CE3B0}" destId="{B156EEBB-BA3B-483B-BCF4-557CB3EA936E}" srcOrd="0" destOrd="0" presId="urn:microsoft.com/office/officeart/2009/3/layout/CircleRelationship"/>
    <dgm:cxn modelId="{0064DA56-1F9F-49F1-9C51-360D927C2D79}" type="presParOf" srcId="{75C2777F-A994-40A2-A8F3-CB44D54CE3B0}" destId="{8FFD0245-34AF-423D-83E1-6733E7F0C2E1}" srcOrd="1" destOrd="0" presId="urn:microsoft.com/office/officeart/2009/3/layout/CircleRelationship"/>
    <dgm:cxn modelId="{C8C3825C-9A24-4C55-A85A-CD8C333C6512}" type="presParOf" srcId="{75C2777F-A994-40A2-A8F3-CB44D54CE3B0}" destId="{B79BFBB7-0429-455C-9874-C379AC4257F7}" srcOrd="2" destOrd="0" presId="urn:microsoft.com/office/officeart/2009/3/layout/CircleRelationship"/>
    <dgm:cxn modelId="{79CF08DA-F8A5-44DB-8DAC-4DBE3B9BE2D5}" type="presParOf" srcId="{75C2777F-A994-40A2-A8F3-CB44D54CE3B0}" destId="{E51E17F0-8C00-46C1-A62A-6DF6F2075566}" srcOrd="3" destOrd="0" presId="urn:microsoft.com/office/officeart/2009/3/layout/CircleRelationship"/>
    <dgm:cxn modelId="{C9FF5BD2-7A83-4991-B432-D7C4D60032A1}" type="presParOf" srcId="{75C2777F-A994-40A2-A8F3-CB44D54CE3B0}" destId="{DC2FDA4C-81F6-45AF-B8AD-2548260020C8}" srcOrd="4" destOrd="0" presId="urn:microsoft.com/office/officeart/2009/3/layout/CircleRelationship"/>
    <dgm:cxn modelId="{27120247-DBC6-4C32-A2E2-D896BEDBBDE2}" type="presParOf" srcId="{75C2777F-A994-40A2-A8F3-CB44D54CE3B0}" destId="{71255A7B-6133-4970-B672-52A27B25911A}" srcOrd="5" destOrd="0" presId="urn:microsoft.com/office/officeart/2009/3/layout/CircleRelationship"/>
    <dgm:cxn modelId="{A60B8A7B-E7F8-44EB-A8F8-3D741F94093A}" type="presParOf" srcId="{75C2777F-A994-40A2-A8F3-CB44D54CE3B0}" destId="{2DF5DE7F-6EF8-4D0C-A236-BBE811D42AC7}" srcOrd="6" destOrd="0" presId="urn:microsoft.com/office/officeart/2009/3/layout/CircleRelationship"/>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56EEBB-BA3B-483B-BCF4-557CB3EA936E}">
      <dsp:nvSpPr>
        <dsp:cNvPr id="0" name=""/>
        <dsp:cNvSpPr/>
      </dsp:nvSpPr>
      <dsp:spPr>
        <a:xfrm>
          <a:off x="3541974" y="0"/>
          <a:ext cx="1750497" cy="1750636"/>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419100" dist="215900" dir="13140000" sx="200000" sy="200000" rotWithShape="0">
            <a:srgbClr val="000000">
              <a:alpha val="36000"/>
            </a:srgbClr>
          </a:outerShdw>
          <a:softEdge rad="0"/>
        </a:effectLst>
        <a:scene3d>
          <a:camera prst="orthographicFront"/>
          <a:lightRig rig="flat" dir="t"/>
        </a:scene3d>
        <a:sp3d prstMaterial="plastic">
          <a:bevelT w="120900" h="88900" prst="hardEdge"/>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Times New Roman" panose="02020603050405020304" pitchFamily="18" charset="0"/>
              <a:cs typeface="Times New Roman" panose="02020603050405020304" pitchFamily="18" charset="0"/>
            </a:rPr>
            <a:t>Exploratory Data Analysis (EDA)</a:t>
          </a:r>
          <a:endParaRPr lang="en-IN" sz="1600" kern="1200" dirty="0">
            <a:latin typeface="Times New Roman" panose="02020603050405020304" pitchFamily="18" charset="0"/>
            <a:cs typeface="Times New Roman" panose="02020603050405020304" pitchFamily="18" charset="0"/>
          </a:endParaRPr>
        </a:p>
      </dsp:txBody>
      <dsp:txXfrm>
        <a:off x="3798328" y="256375"/>
        <a:ext cx="1237789" cy="1237886"/>
      </dsp:txXfrm>
    </dsp:sp>
    <dsp:sp modelId="{8FFD0245-34AF-423D-83E1-6733E7F0C2E1}">
      <dsp:nvSpPr>
        <dsp:cNvPr id="0" name=""/>
        <dsp:cNvSpPr/>
      </dsp:nvSpPr>
      <dsp:spPr>
        <a:xfrm>
          <a:off x="4397343" y="0"/>
          <a:ext cx="194811" cy="194696"/>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B79BFBB7-0429-455C-9874-C379AC4257F7}">
      <dsp:nvSpPr>
        <dsp:cNvPr id="0" name=""/>
        <dsp:cNvSpPr/>
      </dsp:nvSpPr>
      <dsp:spPr>
        <a:xfrm>
          <a:off x="3936370" y="1700326"/>
          <a:ext cx="141098" cy="141114"/>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E51E17F0-8C00-46C1-A62A-6DF6F2075566}">
      <dsp:nvSpPr>
        <dsp:cNvPr id="0" name=""/>
        <dsp:cNvSpPr/>
      </dsp:nvSpPr>
      <dsp:spPr>
        <a:xfrm>
          <a:off x="5261569" y="790240"/>
          <a:ext cx="141098" cy="141114"/>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DC2FDA4C-81F6-45AF-B8AD-2548260020C8}">
      <dsp:nvSpPr>
        <dsp:cNvPr id="0" name=""/>
        <dsp:cNvSpPr/>
      </dsp:nvSpPr>
      <dsp:spPr>
        <a:xfrm>
          <a:off x="4587144" y="1850439"/>
          <a:ext cx="194811" cy="194696"/>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71255A7B-6133-4970-B672-52A27B25911A}">
      <dsp:nvSpPr>
        <dsp:cNvPr id="0" name=""/>
        <dsp:cNvSpPr/>
      </dsp:nvSpPr>
      <dsp:spPr>
        <a:xfrm>
          <a:off x="3976254" y="276706"/>
          <a:ext cx="141098" cy="141114"/>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2DF5DE7F-6EF8-4D0C-A236-BBE811D42AC7}">
      <dsp:nvSpPr>
        <dsp:cNvPr id="0" name=""/>
        <dsp:cNvSpPr/>
      </dsp:nvSpPr>
      <dsp:spPr>
        <a:xfrm>
          <a:off x="3531915" y="1083922"/>
          <a:ext cx="141098" cy="141114"/>
        </a:xfrm>
        <a:prstGeom prst="ellipse">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4eca7bc27f_2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g34eca7bc27f_2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4eca7bc27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4eca7bc27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4eca7bc27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4eca7bc27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4eca7bc27f_2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g34eca7bc27f_2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4eca7bc27f_5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4eca7bc27f_5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4eca7bc27f_5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4eca7bc27f_5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4eca7bc27f_5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4eca7bc27f_5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4eca7bc27f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4eca7bc27f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eca7bc27f_5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eca7bc27f_5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4eca7bc27f_5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4eca7bc27f_5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4eca7bc27f_5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4eca7bc27f_5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4eca7bc27f_5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4eca7bc27f_5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4eca7bc27f_5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4eca7bc27f_5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4eca7bc27f_5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4eca7bc27f_5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4eca7bc27f_5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4eca7bc27f_5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4eca7bc27f_5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4eca7bc27f_5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4eca7bc27f_5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4eca7bc27f_5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4eca7bc27f_5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4eca7bc27f_5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4eca7bc27f_5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4eca7bc27f_5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4eca7bc27f_5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4eca7bc27f_5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4eca7bc27f_2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g34eca7bc27f_2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4eca7bc27f_5_9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4eca7bc27f_5_9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4eca7bc27f_5_9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4eca7bc27f_5_9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4c96f8284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4c96f8284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4ca08b0604_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4ca08b0604_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4c96f8284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4c96f8284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4eca7bc27f_5_10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4eca7bc27f_5_10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4c96f8284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4c96f8284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4eca7bc27f_5_10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4eca7bc27f_5_10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4eca7bc27f_5_1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4eca7bc27f_5_1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4eca7bc27f_5_10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4eca7bc27f_5_10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4c96f8284b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4c96f8284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4eca7bc27f_5_9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4eca7bc27f_5_9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4c96f8284b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4c96f8284b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4c96f8284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4c96f8284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4c96f8284b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4c96f8284b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4c96f8284b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4c96f8284b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4c96f8284b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4c96f8284b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4c96f8284b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4c96f8284b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4c96f8284b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4c96f8284b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4c96f8284b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4c96f8284b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4c96f8284b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4c96f8284b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4c96f8284b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4c96f8284b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4ca08b0604_5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4ca08b0604_5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4c96f8284b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4c96f8284b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4c96f8284b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4c96f8284b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4c96f8284b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34c96f8284b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4c96f8284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34c96f8284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4c96f8284b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34c96f8284b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4c96f8284b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34c96f8284b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4eca7bc27f_5_1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4eca7bc27f_5_1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4eca7bc27f_5_10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34eca7bc27f_5_10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4eca7bc27f_5_1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34eca7bc27f_5_1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4eca7bc27f_5_1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4eca7bc27f_5_1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4eca7bc27f_5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4eca7bc27f_5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4eca7bc27f_5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4eca7bc27f_5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4eca7bc27f_2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g34eca7bc27f_2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9192316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1852993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9746757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7183789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6798249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712181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63827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703635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2013154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22424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102584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a:t>”</a:t>
            </a:r>
          </a:p>
        </p:txBody>
      </p:sp>
    </p:spTree>
    <p:extLst>
      <p:ext uri="{BB962C8B-B14F-4D97-AF65-F5344CB8AC3E}">
        <p14:creationId xmlns:p14="http://schemas.microsoft.com/office/powerpoint/2010/main" val="27497152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9679170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2793634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220044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024033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8555022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5593050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185969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381001" y="1976439"/>
            <a:ext cx="6496050" cy="2828924"/>
          </a:xfrm>
        </p:spPr>
        <p:txBody>
          <a:bodyPr/>
          <a:lstStyle>
            <a:lvl1pPr>
              <a:defRPr>
                <a:latin typeface="Times New Roman" panose="02020603050405020304" pitchFamily="18" charset="0"/>
                <a:cs typeface="Times New Roman" panose="02020603050405020304" pitchFamily="18" charset="0"/>
              </a:defRPr>
            </a:lvl1pPr>
          </a:lstStyle>
          <a:p>
            <a:pPr algn="r"/>
            <a:r>
              <a:rPr lang="en-IN"/>
              <a:t>J</a:t>
            </a:r>
            <a:r>
              <a:rPr lang="en"/>
              <a:t>itesh yadav</a:t>
            </a:r>
          </a:p>
        </p:txBody>
      </p:sp>
    </p:spTree>
    <p:extLst>
      <p:ext uri="{BB962C8B-B14F-4D97-AF65-F5344CB8AC3E}">
        <p14:creationId xmlns:p14="http://schemas.microsoft.com/office/powerpoint/2010/main" val="1881468040"/>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2782047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0117724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6920563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0536161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5042184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85711008"/>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07173027"/>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48622251"/>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46056510"/>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40787220"/>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33172059"/>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62334772"/>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21569702"/>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17458299"/>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58731308"/>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64728347"/>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44405814"/>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61273472"/>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2146324"/>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89829739"/>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17755655"/>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17955265"/>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46845127"/>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11841202"/>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23613341"/>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55815817"/>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26602963"/>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56901354"/>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50956431"/>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08332350"/>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05563562"/>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06086996"/>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10167808"/>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13931760"/>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4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60058809"/>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57809453"/>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4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69885238"/>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4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37617300"/>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54310250"/>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57085757"/>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49080913"/>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4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19868754"/>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5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63018301"/>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49588865"/>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84758010"/>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5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46084599"/>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5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86571325"/>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5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43758861"/>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5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26798215"/>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5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41711883"/>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5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92748087"/>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5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48161287"/>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6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13718470"/>
      </p:ext>
    </p:extLst>
  </p:cSld>
  <p:clrMapOvr>
    <a:masterClrMapping/>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6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1030299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image" Target="../media/image5.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image" Target="../media/image3.pn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image" Target="../media/image2.png"/><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76">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77">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78">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79">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0" y="0"/>
            <a:ext cx="9144000" cy="847725"/>
          </a:xfrm>
          <a:prstGeom prst="rect">
            <a:avLst/>
          </a:prstGeom>
        </p:spPr>
        <p:style>
          <a:lnRef idx="0">
            <a:schemeClr val="accent1"/>
          </a:lnRef>
          <a:fillRef idx="3">
            <a:schemeClr val="accent1"/>
          </a:fillRef>
          <a:effectRef idx="3">
            <a:schemeClr val="accent1"/>
          </a:effectRef>
          <a:fontRef idx="none">
            <a:schemeClr val="lt1"/>
          </a:fontRef>
        </p:style>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B61BEF0D-F0BB-DE4B-95CE-6DB70DBA9567}" type="datetimeFigureOut">
              <a:rPr lang="en-US" smtClean="0"/>
              <a:pPr/>
              <a:t>4/17/2025</a:t>
            </a:fld>
            <a:endParaRPr lang="en-US"/>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46181436"/>
      </p:ext>
    </p:extLst>
  </p:cSld>
  <p:clrMap bg1="dk1" tx1="lt1" bg2="dk2" tx2="lt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 id="2147484672" r:id="rId21"/>
    <p:sldLayoutId id="2147484673" r:id="rId22"/>
    <p:sldLayoutId id="2147484674" r:id="rId23"/>
    <p:sldLayoutId id="2147484675" r:id="rId24"/>
    <p:sldLayoutId id="2147484676" r:id="rId25"/>
    <p:sldLayoutId id="2147484678" r:id="rId26"/>
    <p:sldLayoutId id="2147484679" r:id="rId27"/>
    <p:sldLayoutId id="2147484680" r:id="rId28"/>
    <p:sldLayoutId id="2147484682" r:id="rId29"/>
    <p:sldLayoutId id="2147484684" r:id="rId30"/>
    <p:sldLayoutId id="2147484685" r:id="rId31"/>
    <p:sldLayoutId id="2147484686" r:id="rId32"/>
    <p:sldLayoutId id="2147484687" r:id="rId33"/>
    <p:sldLayoutId id="2147484688" r:id="rId34"/>
    <p:sldLayoutId id="2147484689" r:id="rId35"/>
    <p:sldLayoutId id="2147484690" r:id="rId36"/>
    <p:sldLayoutId id="2147484691" r:id="rId37"/>
    <p:sldLayoutId id="2147484692" r:id="rId38"/>
    <p:sldLayoutId id="2147484693" r:id="rId39"/>
    <p:sldLayoutId id="2147484695" r:id="rId40"/>
    <p:sldLayoutId id="2147484696" r:id="rId41"/>
    <p:sldLayoutId id="2147484697" r:id="rId42"/>
    <p:sldLayoutId id="2147484698" r:id="rId43"/>
    <p:sldLayoutId id="2147484699" r:id="rId44"/>
    <p:sldLayoutId id="2147484700" r:id="rId45"/>
    <p:sldLayoutId id="2147484701" r:id="rId46"/>
    <p:sldLayoutId id="2147484702" r:id="rId47"/>
    <p:sldLayoutId id="2147484703" r:id="rId48"/>
    <p:sldLayoutId id="2147484704" r:id="rId49"/>
    <p:sldLayoutId id="2147484705" r:id="rId50"/>
    <p:sldLayoutId id="2147484706" r:id="rId51"/>
    <p:sldLayoutId id="2147484707" r:id="rId52"/>
    <p:sldLayoutId id="2147484708" r:id="rId53"/>
    <p:sldLayoutId id="2147484709" r:id="rId54"/>
    <p:sldLayoutId id="2147484710" r:id="rId55"/>
    <p:sldLayoutId id="2147484711" r:id="rId56"/>
    <p:sldLayoutId id="2147484712" r:id="rId57"/>
    <p:sldLayoutId id="2147484713" r:id="rId58"/>
    <p:sldLayoutId id="2147484714" r:id="rId59"/>
    <p:sldLayoutId id="2147484715" r:id="rId60"/>
    <p:sldLayoutId id="2147484716" r:id="rId61"/>
    <p:sldLayoutId id="2147484717" r:id="rId62"/>
    <p:sldLayoutId id="2147484718" r:id="rId63"/>
    <p:sldLayoutId id="2147484719" r:id="rId64"/>
    <p:sldLayoutId id="2147484720" r:id="rId65"/>
    <p:sldLayoutId id="2147484721" r:id="rId66"/>
    <p:sldLayoutId id="2147484722" r:id="rId67"/>
    <p:sldLayoutId id="2147484723" r:id="rId68"/>
    <p:sldLayoutId id="2147484724" r:id="rId69"/>
    <p:sldLayoutId id="2147484725" r:id="rId70"/>
    <p:sldLayoutId id="2147484726" r:id="rId71"/>
    <p:sldLayoutId id="2147484727" r:id="rId72"/>
    <p:sldLayoutId id="2147484729" r:id="rId73"/>
    <p:sldLayoutId id="2147484732" r:id="rId74"/>
  </p:sldLayoutIdLst>
  <p:hf sldNum="0" hdr="0" ftr="0" dt="0"/>
  <p:txStyles>
    <p:titleStyle>
      <a:lvl1pPr algn="ctr" defTabSz="342900" rtl="0" eaLnBrk="1" latinLnBrk="0" hangingPunct="1">
        <a:spcBef>
          <a:spcPct val="0"/>
        </a:spcBef>
        <a:buNone/>
        <a:defRPr sz="3150" b="0" i="0" kern="1200">
          <a:solidFill>
            <a:schemeClr val="tx2"/>
          </a:solidFill>
          <a:latin typeface="Times New Roman" panose="02020603050405020304" pitchFamily="18" charset="0"/>
          <a:ea typeface="+mj-ea"/>
          <a:cs typeface="Times New Roman" panose="02020603050405020304" pitchFamily="18"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jpe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7.xml"/><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3.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44.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47.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9.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50.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3.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5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5.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57.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58.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59.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6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1.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6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63.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64.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65.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66.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67.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9.xml"/><Relationship Id="rId1" Type="http://schemas.openxmlformats.org/officeDocument/2006/relationships/slideLayout" Target="../slideLayouts/slideLayout68.xml"/></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0.xml"/><Relationship Id="rId1" Type="http://schemas.openxmlformats.org/officeDocument/2006/relationships/slideLayout" Target="../slideLayouts/slideLayout69.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1.xml"/><Relationship Id="rId1" Type="http://schemas.openxmlformats.org/officeDocument/2006/relationships/slideLayout" Target="../slideLayouts/slideLayout70.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71.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3.xml"/><Relationship Id="rId1" Type="http://schemas.openxmlformats.org/officeDocument/2006/relationships/slideLayout" Target="../slideLayouts/slideLayout7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4.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descr="IIT Bombay - Wikipedia">
            <a:extLst>
              <a:ext uri="{FF2B5EF4-FFF2-40B4-BE49-F238E27FC236}">
                <a16:creationId xmlns:a16="http://schemas.microsoft.com/office/drawing/2014/main" id="{8916E4D3-65DF-3CCB-DF23-63204E991E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914" y="130627"/>
            <a:ext cx="1407887" cy="139337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9294267-488F-3116-059A-C1C763E3A808}"/>
              </a:ext>
            </a:extLst>
          </p:cNvPr>
          <p:cNvSpPr/>
          <p:nvPr/>
        </p:nvSpPr>
        <p:spPr>
          <a:xfrm>
            <a:off x="500743" y="1756228"/>
            <a:ext cx="8824685" cy="707886"/>
          </a:xfrm>
          <a:prstGeom prst="rect">
            <a:avLst/>
          </a:prstGeom>
          <a:noFill/>
        </p:spPr>
        <p:txBody>
          <a:bodyPr wrap="square" lIns="91440" tIns="45720" rIns="91440" bIns="45720">
            <a:spAutoFit/>
          </a:bodyPr>
          <a:lstStyle/>
          <a:p>
            <a:pPr algn="ctr"/>
            <a:r>
              <a:rPr lang="en-US" sz="4000" b="1"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Regression Analysis Course Project</a:t>
            </a:r>
            <a:endParaRPr lang="en-IN" sz="4000" b="1"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59AC305-021A-784D-F5B1-E1E687DDC745}"/>
              </a:ext>
            </a:extLst>
          </p:cNvPr>
          <p:cNvSpPr/>
          <p:nvPr/>
        </p:nvSpPr>
        <p:spPr>
          <a:xfrm>
            <a:off x="319314" y="2712427"/>
            <a:ext cx="8106229" cy="523220"/>
          </a:xfrm>
          <a:prstGeom prst="rect">
            <a:avLst/>
          </a:prstGeom>
          <a:noFill/>
        </p:spPr>
        <p:txBody>
          <a:bodyPr wrap="square" lIns="91440" tIns="45720" rIns="91440" bIns="45720">
            <a:spAutoFit/>
          </a:bodyPr>
          <a:lstStyle/>
          <a:p>
            <a:pPr algn="ctr"/>
            <a:r>
              <a:rPr lang="en-US" sz="2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Insurance Premium Prediction</a:t>
            </a:r>
            <a:endParaRPr lang="en-US" sz="28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10" name="Rectangle 9">
            <a:extLst>
              <a:ext uri="{FF2B5EF4-FFF2-40B4-BE49-F238E27FC236}">
                <a16:creationId xmlns:a16="http://schemas.microsoft.com/office/drawing/2014/main" id="{47596114-A60B-AAD2-153E-F72305F8E70B}"/>
              </a:ext>
            </a:extLst>
          </p:cNvPr>
          <p:cNvSpPr/>
          <p:nvPr/>
        </p:nvSpPr>
        <p:spPr>
          <a:xfrm flipH="1">
            <a:off x="5479143" y="3895342"/>
            <a:ext cx="4059977" cy="1107996"/>
          </a:xfrm>
          <a:prstGeom prst="rect">
            <a:avLst/>
          </a:prstGeom>
          <a:noFill/>
        </p:spPr>
        <p:txBody>
          <a:bodyPr wrap="square" lIns="91440" tIns="45720" rIns="91440" bIns="45720">
            <a:spAutoFit/>
          </a:bodyPr>
          <a:lstStyle/>
          <a:p>
            <a:r>
              <a:rPr 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rPr>
              <a:t>      Guided By:</a:t>
            </a:r>
          </a:p>
          <a:p>
            <a:pPr algn="ctr"/>
            <a:r>
              <a:rPr 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rPr>
              <a:t>Monika Bhattacharjee</a:t>
            </a:r>
          </a:p>
          <a:p>
            <a:pPr algn="ctr"/>
            <a:r>
              <a:rPr lang="en-IN" b="0" i="0" dirty="0">
                <a:effectLst/>
                <a:latin typeface="Times New Roman" panose="02020603050405020304" pitchFamily="18" charset="0"/>
                <a:cs typeface="Times New Roman" panose="02020603050405020304" pitchFamily="18" charset="0"/>
              </a:rPr>
              <a:t>Assistant Professor, IIT Bombay</a:t>
            </a:r>
            <a:endParaRPr lang="en-US" b="1" cap="none" spc="0" dirty="0">
              <a:ln w="10160">
                <a:solidFill>
                  <a:schemeClr val="accent5"/>
                </a:solidFill>
                <a:prstDash val="solid"/>
              </a:ln>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5840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0" y="0"/>
            <a:ext cx="9144000" cy="842963"/>
          </a:xfrm>
          <a:prstGeom prst="rect">
            <a:avLst/>
          </a:prstGeom>
          <a:ln/>
        </p:spPr>
        <p:style>
          <a:lnRef idx="0">
            <a:schemeClr val="accent1"/>
          </a:lnRef>
          <a:fillRef idx="3">
            <a:schemeClr val="accent1"/>
          </a:fillRef>
          <a:effectRef idx="3">
            <a:schemeClr val="accent1"/>
          </a:effectRef>
          <a:fontRef idx="minor">
            <a:schemeClr val="lt1"/>
          </a:fontRef>
        </p:style>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3200" b="1" dirty="0"/>
              <a:t>Problem Statement</a:t>
            </a:r>
            <a:endParaRPr sz="3200" b="1" dirty="0"/>
          </a:p>
        </p:txBody>
      </p:sp>
      <p:sp>
        <p:nvSpPr>
          <p:cNvPr id="82" name="Google Shape;82;p16"/>
          <p:cNvSpPr txBox="1">
            <a:spLocks noGrp="1"/>
          </p:cNvSpPr>
          <p:nvPr>
            <p:ph idx="4294967295"/>
          </p:nvPr>
        </p:nvSpPr>
        <p:spPr>
          <a:xfrm>
            <a:off x="0" y="1255713"/>
            <a:ext cx="8164513" cy="3524250"/>
          </a:xfrm>
          <a:prstGeom prst="rect">
            <a:avLst/>
          </a:prstGeom>
          <a:noFill/>
          <a:ln>
            <a:noFill/>
          </a:ln>
        </p:spPr>
        <p:txBody>
          <a:bodyPr spcFirstLastPara="1" wrap="square" lIns="91425" tIns="45700" rIns="91425" bIns="45700" anchor="t" anchorCtr="0">
            <a:normAutofit fontScale="92500" lnSpcReduction="10000"/>
          </a:bodyPr>
          <a:lstStyle/>
          <a:p>
            <a:pPr marL="342900" indent="-457200">
              <a:lnSpc>
                <a:spcPct val="115000"/>
              </a:lnSpc>
              <a:spcBef>
                <a:spcPts val="600"/>
              </a:spcBef>
              <a:buSzPts val="3600"/>
              <a:buFont typeface="Wingdings" panose="05000000000000000000" pitchFamily="2" charset="2"/>
              <a:buChar char="q"/>
            </a:pPr>
            <a:r>
              <a:rPr lang="en" sz="2600" b="1" dirty="0">
                <a:latin typeface="Times New Roman" panose="02020603050405020304" pitchFamily="18" charset="0"/>
                <a:cs typeface="Times New Roman" panose="02020603050405020304" pitchFamily="18" charset="0"/>
              </a:rPr>
              <a:t>Objective:</a:t>
            </a:r>
          </a:p>
          <a:p>
            <a:pPr marL="300038" lvl="1" indent="0">
              <a:lnSpc>
                <a:spcPct val="115000"/>
              </a:lnSpc>
              <a:spcBef>
                <a:spcPts val="600"/>
              </a:spcBef>
              <a:buSzPts val="3600"/>
              <a:buNone/>
            </a:pPr>
            <a:r>
              <a:rPr lang="en-US" sz="1700" cap="none" dirty="0">
                <a:latin typeface="Times New Roman" panose="02020603050405020304" pitchFamily="18" charset="0"/>
                <a:cs typeface="Times New Roman" panose="02020603050405020304" pitchFamily="18" charset="0"/>
              </a:rPr>
              <a:t>To build a MLRM that can accurately predict the Insurance Premium(charges) based on various predictors</a:t>
            </a:r>
            <a:r>
              <a:rPr lang="en-US" sz="1550" cap="none" dirty="0">
                <a:latin typeface="Times New Roman" panose="02020603050405020304" pitchFamily="18" charset="0"/>
                <a:cs typeface="Times New Roman" panose="02020603050405020304" pitchFamily="18" charset="0"/>
              </a:rPr>
              <a:t>.     </a:t>
            </a:r>
          </a:p>
          <a:p>
            <a:pPr marL="0" indent="0">
              <a:lnSpc>
                <a:spcPct val="115000"/>
              </a:lnSpc>
              <a:spcBef>
                <a:spcPts val="600"/>
              </a:spcBef>
              <a:buSzPts val="3600"/>
              <a:buNone/>
            </a:pPr>
            <a:endParaRPr lang="en-US" sz="1700" cap="none" dirty="0">
              <a:latin typeface="Times New Roman" panose="02020603050405020304" pitchFamily="18" charset="0"/>
              <a:cs typeface="Times New Roman" panose="02020603050405020304" pitchFamily="18" charset="0"/>
            </a:endParaRPr>
          </a:p>
          <a:p>
            <a:pPr marL="342900" indent="-457200">
              <a:lnSpc>
                <a:spcPct val="115000"/>
              </a:lnSpc>
              <a:spcBef>
                <a:spcPts val="0"/>
              </a:spcBef>
              <a:buSzPts val="3600"/>
              <a:buFont typeface="Wingdings" panose="05000000000000000000" pitchFamily="2" charset="2"/>
              <a:buChar char="q"/>
            </a:pPr>
            <a:r>
              <a:rPr lang="en" sz="2600" b="1" dirty="0">
                <a:latin typeface="Times New Roman" panose="02020603050405020304" pitchFamily="18" charset="0"/>
                <a:cs typeface="Times New Roman" panose="02020603050405020304" pitchFamily="18" charset="0"/>
              </a:rPr>
              <a:t>Goal:</a:t>
            </a:r>
            <a:br>
              <a:rPr lang="en" sz="1500" dirty="0">
                <a:latin typeface="Times New Roman" panose="02020603050405020304" pitchFamily="18" charset="0"/>
                <a:cs typeface="Times New Roman" panose="02020603050405020304" pitchFamily="18" charset="0"/>
              </a:rPr>
            </a:br>
            <a:r>
              <a:rPr lang="en-US" sz="1700" cap="none" dirty="0">
                <a:latin typeface="Times New Roman" panose="02020603050405020304" pitchFamily="18" charset="0"/>
                <a:cs typeface="Times New Roman" panose="02020603050405020304" pitchFamily="18" charset="0"/>
              </a:rPr>
              <a:t>Understand the impact of various predictors (age, sex, BMI, smoking status, number of children, and region) on the  monthly insurance charge.</a:t>
            </a:r>
          </a:p>
          <a:p>
            <a:pPr marL="342900" indent="-457200">
              <a:lnSpc>
                <a:spcPct val="115000"/>
              </a:lnSpc>
              <a:spcBef>
                <a:spcPts val="0"/>
              </a:spcBef>
              <a:buSzPts val="3600"/>
              <a:buFont typeface="Wingdings" panose="05000000000000000000" pitchFamily="2" charset="2"/>
              <a:buChar char="q"/>
            </a:pPr>
            <a:endParaRPr lang="en-US" sz="1500" cap="none" dirty="0">
              <a:latin typeface="Times New Roman" panose="02020603050405020304" pitchFamily="18" charset="0"/>
              <a:cs typeface="Times New Roman" panose="02020603050405020304" pitchFamily="18" charset="0"/>
            </a:endParaRPr>
          </a:p>
          <a:p>
            <a:pPr marL="342900" indent="-457200">
              <a:lnSpc>
                <a:spcPct val="115000"/>
              </a:lnSpc>
              <a:spcBef>
                <a:spcPts val="0"/>
              </a:spcBef>
              <a:buSzPts val="3600"/>
              <a:buFont typeface="Wingdings" panose="05000000000000000000" pitchFamily="2" charset="2"/>
              <a:buChar char="q"/>
            </a:pPr>
            <a:r>
              <a:rPr lang="en" sz="2600" b="1" dirty="0">
                <a:latin typeface="Times New Roman" panose="02020603050405020304" pitchFamily="18" charset="0"/>
                <a:cs typeface="Times New Roman" panose="02020603050405020304" pitchFamily="18" charset="0"/>
              </a:rPr>
              <a:t>Emphasis:</a:t>
            </a:r>
            <a:br>
              <a:rPr lang="en" sz="1500" dirty="0">
                <a:latin typeface="Times New Roman" panose="02020603050405020304" pitchFamily="18" charset="0"/>
                <a:cs typeface="Times New Roman" panose="02020603050405020304" pitchFamily="18" charset="0"/>
              </a:rPr>
            </a:br>
            <a:r>
              <a:rPr lang="en" sz="1700" dirty="0">
                <a:latin typeface="Times New Roman" panose="02020603050405020304" pitchFamily="18" charset="0"/>
                <a:cs typeface="Times New Roman" panose="02020603050405020304" pitchFamily="18" charset="0"/>
              </a:rPr>
              <a:t>Focus on model diagnostics and validation to draw robust conclusions about the relationship between these factors and insurance charges</a:t>
            </a:r>
            <a:r>
              <a:rPr lang="en" sz="1400" dirty="0">
                <a:latin typeface="Times New Roman" panose="02020603050405020304" pitchFamily="18" charset="0"/>
                <a:cs typeface="Times New Roman" panose="02020603050405020304" pitchFamily="18" charset="0"/>
              </a:rPr>
              <a:t>.</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0" y="-38101"/>
            <a:ext cx="9144000" cy="842963"/>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b="1" dirty="0"/>
              <a:t>About the Dataset</a:t>
            </a:r>
            <a:endParaRPr b="1" dirty="0"/>
          </a:p>
        </p:txBody>
      </p:sp>
      <p:sp>
        <p:nvSpPr>
          <p:cNvPr id="88" name="Google Shape;88;p17"/>
          <p:cNvSpPr txBox="1">
            <a:spLocks noGrp="1"/>
          </p:cNvSpPr>
          <p:nvPr>
            <p:ph idx="4294967295"/>
          </p:nvPr>
        </p:nvSpPr>
        <p:spPr>
          <a:xfrm>
            <a:off x="0" y="881063"/>
            <a:ext cx="9063038" cy="4181475"/>
          </a:xfrm>
          <a:prstGeom prst="rect">
            <a:avLst/>
          </a:prstGeom>
        </p:spPr>
        <p:txBody>
          <a:bodyPr spcFirstLastPara="1" wrap="square" lIns="91425" tIns="45700" rIns="91425" bIns="45700" anchor="t" anchorCtr="0">
            <a:normAutofit/>
          </a:bodyPr>
          <a:lstStyle/>
          <a:p>
            <a:pPr marL="0" lvl="0" indent="0" algn="l" rtl="0">
              <a:lnSpc>
                <a:spcPct val="110000"/>
              </a:lnSpc>
              <a:spcBef>
                <a:spcPts val="0"/>
              </a:spcBef>
              <a:spcAft>
                <a:spcPts val="0"/>
              </a:spcAft>
              <a:buNone/>
            </a:pPr>
            <a:r>
              <a:rPr lang="en" sz="1400" dirty="0">
                <a:latin typeface="Times New Roman" panose="02020603050405020304" pitchFamily="18" charset="0"/>
                <a:ea typeface="Arial"/>
                <a:cs typeface="Times New Roman" panose="02020603050405020304" pitchFamily="18" charset="0"/>
                <a:sym typeface="Arial"/>
              </a:rPr>
              <a:t>The dataset, sourced from Kaggle, contains data on </a:t>
            </a:r>
            <a:r>
              <a:rPr lang="en" sz="1400" b="1" dirty="0">
                <a:latin typeface="Times New Roman" panose="02020603050405020304" pitchFamily="18" charset="0"/>
                <a:ea typeface="Arial"/>
                <a:cs typeface="Times New Roman" panose="02020603050405020304" pitchFamily="18" charset="0"/>
                <a:sym typeface="Arial"/>
              </a:rPr>
              <a:t>1,338 individuals</a:t>
            </a:r>
            <a:r>
              <a:rPr lang="en" sz="1400" dirty="0">
                <a:latin typeface="Times New Roman" panose="02020603050405020304" pitchFamily="18" charset="0"/>
                <a:ea typeface="Arial"/>
                <a:cs typeface="Times New Roman" panose="02020603050405020304" pitchFamily="18" charset="0"/>
                <a:sym typeface="Arial"/>
              </a:rPr>
              <a:t>, collected randomly to ensure statistical relevance.</a:t>
            </a:r>
          </a:p>
          <a:p>
            <a:pPr marL="0" lvl="0" indent="0" algn="l" rtl="0">
              <a:lnSpc>
                <a:spcPct val="110000"/>
              </a:lnSpc>
              <a:spcBef>
                <a:spcPts val="0"/>
              </a:spcBef>
              <a:spcAft>
                <a:spcPts val="0"/>
              </a:spcAft>
              <a:buNone/>
            </a:pP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r>
              <a:rPr lang="en" sz="1600" b="1" dirty="0">
                <a:latin typeface="Times New Roman" panose="02020603050405020304" pitchFamily="18" charset="0"/>
                <a:ea typeface="Arial"/>
                <a:cs typeface="Times New Roman" panose="02020603050405020304" pitchFamily="18" charset="0"/>
                <a:sym typeface="Arial"/>
              </a:rPr>
              <a:t>Features:</a:t>
            </a:r>
            <a:endParaRPr sz="1600" b="1"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r>
              <a:rPr lang="en" sz="1400" b="1" dirty="0">
                <a:latin typeface="Times New Roman" panose="02020603050405020304" pitchFamily="18" charset="0"/>
                <a:ea typeface="Arial"/>
                <a:cs typeface="Times New Roman" panose="02020603050405020304" pitchFamily="18" charset="0"/>
                <a:sym typeface="Arial"/>
              </a:rPr>
              <a:t>Age</a:t>
            </a:r>
            <a:r>
              <a:rPr lang="en" sz="1400" dirty="0">
                <a:latin typeface="Times New Roman" panose="02020603050405020304" pitchFamily="18" charset="0"/>
                <a:ea typeface="Arial"/>
                <a:cs typeface="Times New Roman" panose="02020603050405020304" pitchFamily="18" charset="0"/>
                <a:sym typeface="Arial"/>
              </a:rPr>
              <a:t>: Age of individuals (in years)</a:t>
            </a:r>
            <a:br>
              <a:rPr lang="en" sz="1400" dirty="0">
                <a:latin typeface="Times New Roman" panose="02020603050405020304" pitchFamily="18" charset="0"/>
                <a:ea typeface="Arial"/>
                <a:cs typeface="Times New Roman" panose="02020603050405020304" pitchFamily="18" charset="0"/>
                <a:sym typeface="Arial"/>
              </a:rPr>
            </a:b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r>
              <a:rPr lang="en" sz="1400" b="1" dirty="0">
                <a:latin typeface="Times New Roman" panose="02020603050405020304" pitchFamily="18" charset="0"/>
                <a:ea typeface="Arial"/>
                <a:cs typeface="Times New Roman" panose="02020603050405020304" pitchFamily="18" charset="0"/>
                <a:sym typeface="Arial"/>
              </a:rPr>
              <a:t>Sex</a:t>
            </a:r>
            <a:r>
              <a:rPr lang="en" sz="1400" dirty="0">
                <a:latin typeface="Times New Roman" panose="02020603050405020304" pitchFamily="18" charset="0"/>
                <a:ea typeface="Arial"/>
                <a:cs typeface="Times New Roman" panose="02020603050405020304" pitchFamily="18" charset="0"/>
                <a:sym typeface="Arial"/>
              </a:rPr>
              <a:t>: Gender of individuals (1 for male, 0 for female)</a:t>
            </a:r>
            <a:br>
              <a:rPr lang="en" sz="1400" dirty="0">
                <a:latin typeface="Times New Roman" panose="02020603050405020304" pitchFamily="18" charset="0"/>
                <a:ea typeface="Arial"/>
                <a:cs typeface="Times New Roman" panose="02020603050405020304" pitchFamily="18" charset="0"/>
                <a:sym typeface="Arial"/>
              </a:rPr>
            </a:b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r>
              <a:rPr lang="en" sz="1400" b="1" dirty="0">
                <a:latin typeface="Times New Roman" panose="02020603050405020304" pitchFamily="18" charset="0"/>
                <a:ea typeface="Arial"/>
                <a:cs typeface="Times New Roman" panose="02020603050405020304" pitchFamily="18" charset="0"/>
                <a:sym typeface="Arial"/>
              </a:rPr>
              <a:t>BMI</a:t>
            </a:r>
            <a:r>
              <a:rPr lang="en" sz="1400" dirty="0">
                <a:latin typeface="Times New Roman" panose="02020603050405020304" pitchFamily="18" charset="0"/>
                <a:ea typeface="Arial"/>
                <a:cs typeface="Times New Roman" panose="02020603050405020304" pitchFamily="18" charset="0"/>
                <a:sym typeface="Arial"/>
              </a:rPr>
              <a:t>: Body Mass Index (kg/m²)</a:t>
            </a:r>
            <a:br>
              <a:rPr lang="en" sz="1400" dirty="0">
                <a:latin typeface="Times New Roman" panose="02020603050405020304" pitchFamily="18" charset="0"/>
                <a:ea typeface="Arial"/>
                <a:cs typeface="Times New Roman" panose="02020603050405020304" pitchFamily="18" charset="0"/>
                <a:sym typeface="Arial"/>
              </a:rPr>
            </a:b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r>
              <a:rPr lang="en" sz="1400" b="1" dirty="0">
                <a:latin typeface="Times New Roman" panose="02020603050405020304" pitchFamily="18" charset="0"/>
                <a:ea typeface="Arial"/>
                <a:cs typeface="Times New Roman" panose="02020603050405020304" pitchFamily="18" charset="0"/>
                <a:sym typeface="Arial"/>
              </a:rPr>
              <a:t>Smoking Status</a:t>
            </a:r>
            <a:r>
              <a:rPr lang="en" sz="1400" dirty="0">
                <a:latin typeface="Times New Roman" panose="02020603050405020304" pitchFamily="18" charset="0"/>
                <a:ea typeface="Arial"/>
                <a:cs typeface="Times New Roman" panose="02020603050405020304" pitchFamily="18" charset="0"/>
                <a:sym typeface="Arial"/>
              </a:rPr>
              <a:t>: Smoking status (1 for smoker, 0 for non-smoker)</a:t>
            </a:r>
            <a:br>
              <a:rPr lang="en" sz="1400" dirty="0">
                <a:latin typeface="Times New Roman" panose="02020603050405020304" pitchFamily="18" charset="0"/>
                <a:ea typeface="Arial"/>
                <a:cs typeface="Times New Roman" panose="02020603050405020304" pitchFamily="18" charset="0"/>
                <a:sym typeface="Arial"/>
              </a:rPr>
            </a:b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r>
              <a:rPr lang="en" sz="1400" b="1" dirty="0">
                <a:latin typeface="Times New Roman" panose="02020603050405020304" pitchFamily="18" charset="0"/>
                <a:ea typeface="Arial"/>
                <a:cs typeface="Times New Roman" panose="02020603050405020304" pitchFamily="18" charset="0"/>
                <a:sym typeface="Arial"/>
              </a:rPr>
              <a:t>Number of Children</a:t>
            </a:r>
            <a:r>
              <a:rPr lang="en" sz="1400" dirty="0">
                <a:latin typeface="Times New Roman" panose="02020603050405020304" pitchFamily="18" charset="0"/>
                <a:ea typeface="Arial"/>
                <a:cs typeface="Times New Roman" panose="02020603050405020304" pitchFamily="18" charset="0"/>
                <a:sym typeface="Arial"/>
              </a:rPr>
              <a:t>: Number of children (0-5)</a:t>
            </a:r>
            <a:br>
              <a:rPr lang="en" sz="1400" dirty="0">
                <a:latin typeface="Times New Roman" panose="02020603050405020304" pitchFamily="18" charset="0"/>
                <a:ea typeface="Arial"/>
                <a:cs typeface="Times New Roman" panose="02020603050405020304" pitchFamily="18" charset="0"/>
                <a:sym typeface="Arial"/>
              </a:rPr>
            </a:b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r>
              <a:rPr lang="en" sz="1400" b="1" dirty="0">
                <a:latin typeface="Times New Roman" panose="02020603050405020304" pitchFamily="18" charset="0"/>
                <a:ea typeface="Arial"/>
                <a:cs typeface="Times New Roman" panose="02020603050405020304" pitchFamily="18" charset="0"/>
                <a:sym typeface="Arial"/>
              </a:rPr>
              <a:t>Region</a:t>
            </a:r>
            <a:r>
              <a:rPr lang="en" sz="1400" dirty="0">
                <a:latin typeface="Times New Roman" panose="02020603050405020304" pitchFamily="18" charset="0"/>
                <a:ea typeface="Arial"/>
                <a:cs typeface="Times New Roman" panose="02020603050405020304" pitchFamily="18" charset="0"/>
                <a:sym typeface="Arial"/>
              </a:rPr>
              <a:t>: Geographic region (northeast, northwest, southeast, southwest)</a:t>
            </a:r>
            <a:br>
              <a:rPr lang="en" sz="1400" dirty="0">
                <a:latin typeface="Times New Roman" panose="02020603050405020304" pitchFamily="18" charset="0"/>
                <a:ea typeface="Arial"/>
                <a:cs typeface="Times New Roman" panose="02020603050405020304" pitchFamily="18" charset="0"/>
                <a:sym typeface="Arial"/>
              </a:rPr>
            </a:b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r>
              <a:rPr lang="en" sz="1400" b="1" dirty="0">
                <a:latin typeface="Times New Roman" panose="02020603050405020304" pitchFamily="18" charset="0"/>
                <a:ea typeface="Arial"/>
                <a:cs typeface="Times New Roman" panose="02020603050405020304" pitchFamily="18" charset="0"/>
                <a:sym typeface="Arial"/>
              </a:rPr>
              <a:t>Monthly Insurance Charges</a:t>
            </a:r>
            <a:r>
              <a:rPr lang="en" sz="1400" dirty="0">
                <a:latin typeface="Times New Roman" panose="02020603050405020304" pitchFamily="18" charset="0"/>
                <a:ea typeface="Arial"/>
                <a:cs typeface="Times New Roman" panose="02020603050405020304" pitchFamily="18" charset="0"/>
                <a:sym typeface="Arial"/>
              </a:rPr>
              <a:t>: Monthly insurance charges paid (in rupees)</a:t>
            </a:r>
            <a:endParaRPr sz="1400" dirty="0">
              <a:latin typeface="Times New Roman" panose="02020603050405020304" pitchFamily="18" charset="0"/>
              <a:ea typeface="Arial"/>
              <a:cs typeface="Times New Roman" panose="02020603050405020304" pitchFamily="18" charset="0"/>
              <a:sym typeface="Arial"/>
            </a:endParaRPr>
          </a:p>
          <a:p>
            <a:pPr marL="0" lvl="0" indent="0" algn="l" rtl="0">
              <a:lnSpc>
                <a:spcPct val="110000"/>
              </a:lnSpc>
              <a:spcBef>
                <a:spcPts val="0"/>
              </a:spcBef>
              <a:spcAft>
                <a:spcPts val="0"/>
              </a:spcAft>
              <a:buNone/>
            </a:pPr>
            <a:endParaRPr sz="1200" dirty="0">
              <a:latin typeface="Times New Roman" panose="02020603050405020304" pitchFamily="18" charset="0"/>
              <a:ea typeface="Arial"/>
              <a:cs typeface="Times New Roman" panose="02020603050405020304" pitchFamily="18" charset="0"/>
              <a:sym typeface="Arial"/>
            </a:endParaRPr>
          </a:p>
          <a:p>
            <a:pPr marL="0" lvl="0" indent="0" algn="l" rtl="0">
              <a:spcBef>
                <a:spcPts val="1200"/>
              </a:spcBef>
              <a:spcAft>
                <a:spcPts val="0"/>
              </a:spcAft>
              <a:buNone/>
            </a:pPr>
            <a:endParaRPr sz="700" dirty="0">
              <a:latin typeface="Arial"/>
              <a:ea typeface="Arial"/>
              <a:cs typeface="Arial"/>
              <a:sym typeface="Arial"/>
            </a:endParaRPr>
          </a:p>
          <a:p>
            <a:pPr marL="0" lvl="0" indent="0" algn="l" rtl="0">
              <a:spcBef>
                <a:spcPts val="1200"/>
              </a:spcBef>
              <a:spcAft>
                <a:spcPts val="0"/>
              </a:spcAft>
              <a:buClr>
                <a:schemeClr val="dk1"/>
              </a:buClr>
              <a:buSzPct val="68750"/>
              <a:buFont typeface="Arial"/>
              <a:buNone/>
            </a:pPr>
            <a:endParaRPr sz="700" dirty="0">
              <a:latin typeface="Arial"/>
              <a:ea typeface="Arial"/>
              <a:cs typeface="Arial"/>
              <a:sym typeface="Arial"/>
            </a:endParaRPr>
          </a:p>
          <a:p>
            <a:pPr marL="0" lvl="0" indent="0" algn="l" rtl="0">
              <a:spcBef>
                <a:spcPts val="1200"/>
              </a:spcBef>
              <a:spcAft>
                <a:spcPts val="1200"/>
              </a:spcAft>
              <a:buNone/>
            </a:pPr>
            <a:endParaRPr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0" y="0"/>
            <a:ext cx="9144000" cy="838200"/>
          </a:xfrm>
          <a:prstGeom prst="rect">
            <a:avLst/>
          </a:prstGeom>
        </p:spPr>
        <p:txBody>
          <a:bodyPr spcFirstLastPara="1" wrap="square" lIns="91425" tIns="45700" rIns="91425" bIns="45700" anchor="ctr" anchorCtr="0">
            <a:noAutofit/>
          </a:bodyPr>
          <a:lstStyle/>
          <a:p>
            <a:pPr marL="0" lvl="0" indent="0" rtl="0">
              <a:spcBef>
                <a:spcPts val="0"/>
              </a:spcBef>
              <a:spcAft>
                <a:spcPts val="0"/>
              </a:spcAft>
              <a:buNone/>
            </a:pPr>
            <a:r>
              <a:rPr lang="en" sz="3400" dirty="0">
                <a:ea typeface="Arial"/>
                <a:sym typeface="Arial"/>
              </a:rPr>
              <a:t>Glimpse of the Data   </a:t>
            </a:r>
            <a:endParaRPr sz="3400" dirty="0"/>
          </a:p>
        </p:txBody>
      </p:sp>
      <p:pic>
        <p:nvPicPr>
          <p:cNvPr id="95" name="Google Shape;95;p18"/>
          <p:cNvPicPr preferRelativeResize="0"/>
          <p:nvPr/>
        </p:nvPicPr>
        <p:blipFill>
          <a:blip r:embed="rId3">
            <a:alphaModFix/>
          </a:blip>
          <a:stretch>
            <a:fillRect/>
          </a:stretch>
        </p:blipFill>
        <p:spPr>
          <a:xfrm>
            <a:off x="0" y="842963"/>
            <a:ext cx="9144000" cy="4300537"/>
          </a:xfrm>
          <a:prstGeom prst="rect">
            <a:avLst/>
          </a:prstGeom>
          <a:noFill/>
          <a:ln>
            <a:noFill/>
          </a:ln>
          <a:effectLst>
            <a:outerShdw blurRad="939800" dist="50800" dir="9600000" sx="72000" sy="72000" algn="ctr" rotWithShape="0">
              <a:srgbClr val="000000">
                <a:alpha val="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2050" name="Picture 2" descr="A Comprehensive Guide to Mastering Exploratory Data Analysis">
            <a:extLst>
              <a:ext uri="{FF2B5EF4-FFF2-40B4-BE49-F238E27FC236}">
                <a16:creationId xmlns:a16="http://schemas.microsoft.com/office/drawing/2014/main" id="{C1CB060E-C820-5174-B2BB-B975A5F43855}"/>
              </a:ext>
            </a:extLst>
          </p:cNvPr>
          <p:cNvPicPr>
            <a:picLocks noChangeAspect="1" noChangeArrowheads="1"/>
          </p:cNvPicPr>
          <p:nvPr/>
        </p:nvPicPr>
        <p:blipFill>
          <a:blip r:embed="rId3">
            <a:alphaModFix amt="22000"/>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EA7293CD-6E8D-A246-1015-5E8CFBC2D7A8}"/>
              </a:ext>
            </a:extLst>
          </p:cNvPr>
          <p:cNvGraphicFramePr/>
          <p:nvPr>
            <p:extLst>
              <p:ext uri="{D42A27DB-BD31-4B8C-83A1-F6EECF244321}">
                <p14:modId xmlns:p14="http://schemas.microsoft.com/office/powerpoint/2010/main" val="2109082013"/>
              </p:ext>
            </p:extLst>
          </p:nvPr>
        </p:nvGraphicFramePr>
        <p:xfrm>
          <a:off x="209549" y="1819275"/>
          <a:ext cx="8801101" cy="20451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b="1" dirty="0"/>
              <a:t>Univariate Data Analysis</a:t>
            </a:r>
            <a:endParaRPr sz="3500" b="1" dirty="0"/>
          </a:p>
        </p:txBody>
      </p:sp>
      <p:sp>
        <p:nvSpPr>
          <p:cNvPr id="106" name="Google Shape;106;p20"/>
          <p:cNvSpPr txBox="1">
            <a:spLocks noGrp="1"/>
          </p:cNvSpPr>
          <p:nvPr>
            <p:ph idx="4294967295"/>
          </p:nvPr>
        </p:nvSpPr>
        <p:spPr>
          <a:xfrm>
            <a:off x="0" y="1255713"/>
            <a:ext cx="8164513" cy="3524250"/>
          </a:xfrm>
          <a:prstGeom prst="rect">
            <a:avLst/>
          </a:prstGeom>
        </p:spPr>
        <p:txBody>
          <a:bodyPr spcFirstLastPara="1" wrap="square" lIns="91425" tIns="45700" rIns="91425" bIns="45700" anchor="t" anchorCtr="0">
            <a:normAutofit/>
          </a:bodyPr>
          <a:lstStyle/>
          <a:p>
            <a:pPr marL="914400" lvl="0" indent="0" algn="l" rtl="0">
              <a:spcBef>
                <a:spcPts val="360"/>
              </a:spcBef>
              <a:spcAft>
                <a:spcPts val="0"/>
              </a:spcAft>
              <a:buNone/>
            </a:pPr>
            <a:r>
              <a:rPr lang="en" sz="4400" dirty="0"/>
              <a:t>                     </a:t>
            </a:r>
            <a:r>
              <a:rPr lang="en" sz="3200" dirty="0">
                <a:latin typeface="Times New Roman" panose="02020603050405020304" pitchFamily="18" charset="0"/>
                <a:cs typeface="Times New Roman" panose="02020603050405020304" pitchFamily="18" charset="0"/>
              </a:rPr>
              <a:t>Age</a:t>
            </a:r>
            <a:endParaRPr sz="3200" dirty="0">
              <a:latin typeface="Times New Roman" panose="02020603050405020304" pitchFamily="18" charset="0"/>
              <a:cs typeface="Times New Roman" panose="02020603050405020304" pitchFamily="18" charset="0"/>
            </a:endParaRPr>
          </a:p>
          <a:p>
            <a:pPr marL="914400" lvl="0" indent="0" algn="l" rtl="0">
              <a:spcBef>
                <a:spcPts val="1200"/>
              </a:spcBef>
              <a:spcAft>
                <a:spcPts val="1200"/>
              </a:spcAft>
              <a:buNone/>
            </a:pPr>
            <a:endParaRPr dirty="0"/>
          </a:p>
        </p:txBody>
      </p:sp>
      <p:pic>
        <p:nvPicPr>
          <p:cNvPr id="107" name="Google Shape;107;p20"/>
          <p:cNvPicPr preferRelativeResize="0"/>
          <p:nvPr/>
        </p:nvPicPr>
        <p:blipFill>
          <a:blip r:embed="rId3">
            <a:alphaModFix/>
          </a:blip>
          <a:stretch>
            <a:fillRect/>
          </a:stretch>
        </p:blipFill>
        <p:spPr>
          <a:xfrm>
            <a:off x="0" y="2044288"/>
            <a:ext cx="9144000" cy="30992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prstGeom prst="rect">
            <a:avLst/>
          </a:prstGeom>
        </p:spPr>
        <p:txBody>
          <a:bodyPr spcFirstLastPara="1" wrap="square" lIns="91425" tIns="45700" rIns="91425" bIns="45700" anchor="ctr" anchorCtr="0">
            <a:normAutofit/>
          </a:bodyPr>
          <a:lstStyle/>
          <a:p>
            <a:pPr marL="457200" lvl="0" indent="0" algn="just" rtl="0">
              <a:spcBef>
                <a:spcPts val="0"/>
              </a:spcBef>
              <a:spcAft>
                <a:spcPts val="0"/>
              </a:spcAft>
              <a:buNone/>
            </a:pPr>
            <a:r>
              <a:rPr lang="en" dirty="0"/>
              <a:t>                         BMI</a:t>
            </a:r>
            <a:endParaRPr dirty="0"/>
          </a:p>
        </p:txBody>
      </p:sp>
      <p:pic>
        <p:nvPicPr>
          <p:cNvPr id="114" name="Google Shape;114;p21"/>
          <p:cNvPicPr preferRelativeResize="0"/>
          <p:nvPr/>
        </p:nvPicPr>
        <p:blipFill>
          <a:blip r:embed="rId3">
            <a:alphaModFix/>
          </a:blip>
          <a:stretch>
            <a:fillRect/>
          </a:stretch>
        </p:blipFill>
        <p:spPr>
          <a:xfrm>
            <a:off x="0" y="876300"/>
            <a:ext cx="9144000" cy="4267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a:t>  Charges</a:t>
            </a:r>
            <a:endParaRPr/>
          </a:p>
        </p:txBody>
      </p:sp>
      <p:pic>
        <p:nvPicPr>
          <p:cNvPr id="121" name="Google Shape;121;p22"/>
          <p:cNvPicPr preferRelativeResize="0"/>
          <p:nvPr/>
        </p:nvPicPr>
        <p:blipFill>
          <a:blip r:embed="rId3">
            <a:alphaModFix/>
          </a:blip>
          <a:stretch>
            <a:fillRect/>
          </a:stretch>
        </p:blipFill>
        <p:spPr>
          <a:xfrm>
            <a:off x="0" y="844550"/>
            <a:ext cx="9144000" cy="4298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Box-Cox Transformation</a:t>
            </a:r>
            <a:endParaRPr dirty="0"/>
          </a:p>
        </p:txBody>
      </p:sp>
      <p:sp>
        <p:nvSpPr>
          <p:cNvPr id="133" name="Google Shape;133;p24"/>
          <p:cNvSpPr txBox="1">
            <a:spLocks noGrp="1"/>
          </p:cNvSpPr>
          <p:nvPr>
            <p:ph idx="4294967295"/>
          </p:nvPr>
        </p:nvSpPr>
        <p:spPr>
          <a:xfrm>
            <a:off x="0" y="1255713"/>
            <a:ext cx="9144000" cy="1652587"/>
          </a:xfrm>
          <a:prstGeom prst="rect">
            <a:avLst/>
          </a:prstGeom>
        </p:spPr>
        <p:txBody>
          <a:bodyPr spcFirstLastPara="1" wrap="square" lIns="91425" tIns="45700" rIns="91425" bIns="45700" anchor="t" anchorCtr="0">
            <a:normAutofit/>
          </a:bodyPr>
          <a:lstStyle/>
          <a:p>
            <a:pPr>
              <a:lnSpc>
                <a:spcPct val="115000"/>
              </a:lnSpc>
              <a:spcBef>
                <a:spcPts val="360"/>
              </a:spcBef>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The response variable is highly positively skewed with numerous </a:t>
            </a:r>
            <a:r>
              <a:rPr lang="en-US" sz="1800" dirty="0" err="1">
                <a:latin typeface="Times New Roman" panose="02020603050405020304" pitchFamily="18" charset="0"/>
                <a:cs typeface="Times New Roman" panose="02020603050405020304" pitchFamily="18" charset="0"/>
              </a:rPr>
              <a:t>outliers.We</a:t>
            </a:r>
            <a:r>
              <a:rPr lang="en-US" sz="1800" dirty="0">
                <a:latin typeface="Times New Roman" panose="02020603050405020304" pitchFamily="18" charset="0"/>
                <a:cs typeface="Times New Roman" panose="02020603050405020304" pitchFamily="18" charset="0"/>
              </a:rPr>
              <a:t> applied the Box-Cox transformation, aiming to make the response variable bell-shaped and symmetric.</a:t>
            </a:r>
          </a:p>
          <a:p>
            <a:pPr>
              <a:lnSpc>
                <a:spcPct val="115000"/>
              </a:lnSpc>
              <a:spcBef>
                <a:spcPts val="360"/>
              </a:spcBef>
              <a:buFont typeface="Wingdings" panose="05000000000000000000" pitchFamily="2" charset="2"/>
              <a:buChar char="q"/>
            </a:pPr>
            <a:r>
              <a:rPr lang="en" sz="1800" dirty="0">
                <a:latin typeface="Times New Roman" panose="02020603050405020304" pitchFamily="18" charset="0"/>
                <a:cs typeface="Times New Roman" panose="02020603050405020304" pitchFamily="18" charset="0"/>
              </a:rPr>
              <a:t>The subsequent slide displays the transformed response variable using the Box-Cox method.</a:t>
            </a:r>
          </a:p>
        </p:txBody>
      </p:sp>
      <p:pic>
        <p:nvPicPr>
          <p:cNvPr id="134" name="Google Shape;134;p24"/>
          <p:cNvPicPr preferRelativeResize="0"/>
          <p:nvPr/>
        </p:nvPicPr>
        <p:blipFill>
          <a:blip r:embed="rId3">
            <a:alphaModFix/>
          </a:blip>
          <a:stretch>
            <a:fillRect/>
          </a:stretch>
        </p:blipFill>
        <p:spPr>
          <a:xfrm>
            <a:off x="0" y="2940050"/>
            <a:ext cx="9143999" cy="2203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40" name="Google Shape;140;p25"/>
          <p:cNvSpPr txBox="1">
            <a:spLocks noGrp="1"/>
          </p:cNvSpPr>
          <p:nvPr>
            <p:ph idx="4294967295"/>
          </p:nvPr>
        </p:nvSpPr>
        <p:spPr>
          <a:xfrm>
            <a:off x="0" y="850900"/>
            <a:ext cx="8026400" cy="2466975"/>
          </a:xfrm>
          <a:prstGeom prst="rect">
            <a:avLst/>
          </a:prstGeom>
        </p:spPr>
        <p:txBody>
          <a:bodyPr spcFirstLastPara="1" wrap="square" lIns="91425" tIns="45700" rIns="91425" bIns="45700" anchor="t" anchorCtr="0">
            <a:normAutofit/>
          </a:bodyPr>
          <a:lstStyle/>
          <a:p>
            <a:pPr lvl="0" algn="l" rtl="0">
              <a:spcBef>
                <a:spcPts val="360"/>
              </a:spcBef>
              <a:spcAft>
                <a:spcPts val="1200"/>
              </a:spcAft>
              <a:buFont typeface="Wingdings" panose="05000000000000000000" pitchFamily="2" charset="2"/>
              <a:buChar char="q"/>
            </a:pPr>
            <a:r>
              <a:rPr lang="en" sz="2400" dirty="0">
                <a:latin typeface="Times New Roman" panose="02020603050405020304" pitchFamily="18" charset="0"/>
                <a:cs typeface="Times New Roman" panose="02020603050405020304" pitchFamily="18" charset="0"/>
              </a:rPr>
              <a:t>After using Box-Cox transformation we got transformed charges with approximately 0 skewness.</a:t>
            </a:r>
            <a:endParaRPr sz="2400" dirty="0">
              <a:latin typeface="Times New Roman" panose="02020603050405020304" pitchFamily="18" charset="0"/>
              <a:cs typeface="Times New Roman" panose="02020603050405020304" pitchFamily="18" charset="0"/>
            </a:endParaRPr>
          </a:p>
        </p:txBody>
      </p:sp>
      <p:pic>
        <p:nvPicPr>
          <p:cNvPr id="141" name="Google Shape;141;p25"/>
          <p:cNvPicPr preferRelativeResize="0"/>
          <p:nvPr/>
        </p:nvPicPr>
        <p:blipFill>
          <a:blip r:embed="rId3">
            <a:alphaModFix/>
          </a:blip>
          <a:stretch>
            <a:fillRect/>
          </a:stretch>
        </p:blipFill>
        <p:spPr>
          <a:xfrm>
            <a:off x="0" y="1793674"/>
            <a:ext cx="9144000" cy="3349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360"/>
              </a:spcBef>
              <a:spcAft>
                <a:spcPts val="0"/>
              </a:spcAft>
              <a:buClr>
                <a:schemeClr val="dk1"/>
              </a:buClr>
              <a:buSzPts val="1100"/>
              <a:buFont typeface="Arial"/>
              <a:buNone/>
            </a:pPr>
            <a:r>
              <a:rPr lang="en" dirty="0"/>
              <a:t>Bivariate Exploratory Data Analysis</a:t>
            </a:r>
            <a:endParaRPr dirty="0"/>
          </a:p>
        </p:txBody>
      </p:sp>
      <p:sp>
        <p:nvSpPr>
          <p:cNvPr id="147" name="Google Shape;147;p26"/>
          <p:cNvSpPr txBox="1">
            <a:spLocks noGrp="1"/>
          </p:cNvSpPr>
          <p:nvPr>
            <p:ph idx="4294967295"/>
          </p:nvPr>
        </p:nvSpPr>
        <p:spPr>
          <a:xfrm>
            <a:off x="0" y="944563"/>
            <a:ext cx="8229600" cy="3557587"/>
          </a:xfrm>
          <a:prstGeom prst="rect">
            <a:avLst/>
          </a:prstGeom>
        </p:spPr>
        <p:txBody>
          <a:bodyPr spcFirstLastPara="1" wrap="square" lIns="91425" tIns="45700" rIns="91425" bIns="45700" anchor="t" anchorCtr="0">
            <a:normAutofit/>
          </a:bodyPr>
          <a:lstStyle/>
          <a:p>
            <a:pPr marL="0" lvl="0" indent="0" algn="ctr" rtl="0">
              <a:spcBef>
                <a:spcPts val="360"/>
              </a:spcBef>
              <a:spcAft>
                <a:spcPts val="0"/>
              </a:spcAft>
              <a:buNone/>
            </a:pPr>
            <a:r>
              <a:rPr lang="en" sz="3300" dirty="0"/>
              <a:t>Age vs Charges</a:t>
            </a:r>
            <a:endParaRPr sz="3300" dirty="0"/>
          </a:p>
          <a:p>
            <a:pPr marL="0" lvl="0" indent="0" algn="ctr" rtl="0">
              <a:spcBef>
                <a:spcPts val="1200"/>
              </a:spcBef>
              <a:spcAft>
                <a:spcPts val="1200"/>
              </a:spcAft>
              <a:buNone/>
            </a:pPr>
            <a:endParaRPr sz="3300" dirty="0"/>
          </a:p>
        </p:txBody>
      </p:sp>
      <p:pic>
        <p:nvPicPr>
          <p:cNvPr id="148" name="Google Shape;148;p26"/>
          <p:cNvPicPr preferRelativeResize="0"/>
          <p:nvPr/>
        </p:nvPicPr>
        <p:blipFill>
          <a:blip r:embed="rId3">
            <a:alphaModFix/>
          </a:blip>
          <a:stretch>
            <a:fillRect/>
          </a:stretch>
        </p:blipFill>
        <p:spPr>
          <a:xfrm>
            <a:off x="0" y="1551225"/>
            <a:ext cx="9144000" cy="2881075"/>
          </a:xfrm>
          <a:prstGeom prst="rect">
            <a:avLst/>
          </a:prstGeom>
          <a:noFill/>
          <a:ln>
            <a:noFill/>
          </a:ln>
        </p:spPr>
      </p:pic>
      <p:sp>
        <p:nvSpPr>
          <p:cNvPr id="2" name="TextBox 1">
            <a:extLst>
              <a:ext uri="{FF2B5EF4-FFF2-40B4-BE49-F238E27FC236}">
                <a16:creationId xmlns:a16="http://schemas.microsoft.com/office/drawing/2014/main" id="{8FA6F5B1-536B-0688-4896-A0C8E0F17885}"/>
              </a:ext>
            </a:extLst>
          </p:cNvPr>
          <p:cNvSpPr txBox="1"/>
          <p:nvPr/>
        </p:nvSpPr>
        <p:spPr>
          <a:xfrm>
            <a:off x="273050" y="4483100"/>
            <a:ext cx="8306642" cy="923330"/>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plot indicates a weak positive linear relationship between age and the response variable</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B1014-F55F-C8FF-EDCC-3E7D6A278ED1}"/>
              </a:ext>
            </a:extLst>
          </p:cNvPr>
          <p:cNvSpPr>
            <a:spLocks noGrp="1"/>
          </p:cNvSpPr>
          <p:nvPr>
            <p:ph type="title"/>
          </p:nvPr>
        </p:nvSpPr>
        <p:spPr>
          <a:xfrm>
            <a:off x="0" y="0"/>
            <a:ext cx="9144000" cy="850900"/>
          </a:xfrm>
        </p:spPr>
        <p:txBody>
          <a:bodyPr/>
          <a:lstStyle/>
          <a:p>
            <a:r>
              <a:rPr lang="en-US" dirty="0"/>
              <a:t>Average Premium vs Age</a:t>
            </a:r>
            <a:endParaRPr lang="en-IN" dirty="0"/>
          </a:p>
        </p:txBody>
      </p:sp>
      <p:pic>
        <p:nvPicPr>
          <p:cNvPr id="70660" name="Picture 4">
            <a:extLst>
              <a:ext uri="{FF2B5EF4-FFF2-40B4-BE49-F238E27FC236}">
                <a16:creationId xmlns:a16="http://schemas.microsoft.com/office/drawing/2014/main" id="{C5DBC2BE-41F9-9A9E-E528-3E87479D8A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82650"/>
            <a:ext cx="9144000" cy="426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1556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a:t>BMI vs Charges</a:t>
            </a:r>
            <a:endParaRPr/>
          </a:p>
        </p:txBody>
      </p:sp>
      <p:pic>
        <p:nvPicPr>
          <p:cNvPr id="161" name="Google Shape;161;p28"/>
          <p:cNvPicPr preferRelativeResize="0"/>
          <p:nvPr/>
        </p:nvPicPr>
        <p:blipFill>
          <a:blip r:embed="rId3">
            <a:alphaModFix/>
          </a:blip>
          <a:stretch>
            <a:fillRect/>
          </a:stretch>
        </p:blipFill>
        <p:spPr>
          <a:xfrm>
            <a:off x="0" y="844551"/>
            <a:ext cx="9144000" cy="3562350"/>
          </a:xfrm>
          <a:prstGeom prst="rect">
            <a:avLst/>
          </a:prstGeom>
          <a:noFill/>
          <a:ln>
            <a:noFill/>
          </a:ln>
        </p:spPr>
      </p:pic>
      <p:sp>
        <p:nvSpPr>
          <p:cNvPr id="3" name="TextBox 2">
            <a:extLst>
              <a:ext uri="{FF2B5EF4-FFF2-40B4-BE49-F238E27FC236}">
                <a16:creationId xmlns:a16="http://schemas.microsoft.com/office/drawing/2014/main" id="{2A37F610-E382-D400-6C62-F284F04576C6}"/>
              </a:ext>
            </a:extLst>
          </p:cNvPr>
          <p:cNvSpPr txBox="1"/>
          <p:nvPr/>
        </p:nvSpPr>
        <p:spPr>
          <a:xfrm>
            <a:off x="171450" y="4502150"/>
            <a:ext cx="8928100" cy="923330"/>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plot indicates a weak positive linear relationship between BMI and the response variable </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a:t>Number of children vs Charges</a:t>
            </a:r>
            <a:endParaRPr/>
          </a:p>
        </p:txBody>
      </p:sp>
      <p:pic>
        <p:nvPicPr>
          <p:cNvPr id="174" name="Google Shape;174;p30"/>
          <p:cNvPicPr preferRelativeResize="0"/>
          <p:nvPr/>
        </p:nvPicPr>
        <p:blipFill>
          <a:blip r:embed="rId3">
            <a:alphaModFix/>
          </a:blip>
          <a:stretch>
            <a:fillRect/>
          </a:stretch>
        </p:blipFill>
        <p:spPr>
          <a:xfrm>
            <a:off x="0" y="838200"/>
            <a:ext cx="9144000" cy="4305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1"/>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a:t>Smoker vs Charges</a:t>
            </a:r>
            <a:endParaRPr/>
          </a:p>
        </p:txBody>
      </p:sp>
      <p:pic>
        <p:nvPicPr>
          <p:cNvPr id="181" name="Google Shape;181;p31"/>
          <p:cNvPicPr preferRelativeResize="0"/>
          <p:nvPr/>
        </p:nvPicPr>
        <p:blipFill>
          <a:blip r:embed="rId3">
            <a:alphaModFix/>
          </a:blip>
          <a:stretch>
            <a:fillRect/>
          </a:stretch>
        </p:blipFill>
        <p:spPr>
          <a:xfrm>
            <a:off x="0" y="857250"/>
            <a:ext cx="9144000" cy="4286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a:t>Region vs Charges</a:t>
            </a:r>
            <a:endParaRPr/>
          </a:p>
        </p:txBody>
      </p:sp>
      <p:pic>
        <p:nvPicPr>
          <p:cNvPr id="188" name="Google Shape;188;p32"/>
          <p:cNvPicPr preferRelativeResize="0"/>
          <p:nvPr/>
        </p:nvPicPr>
        <p:blipFill>
          <a:blip r:embed="rId3">
            <a:alphaModFix/>
          </a:blip>
          <a:stretch>
            <a:fillRect/>
          </a:stretch>
        </p:blipFill>
        <p:spPr>
          <a:xfrm>
            <a:off x="0" y="844550"/>
            <a:ext cx="9144000" cy="4298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3"/>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a:t>Pairplot</a:t>
            </a:r>
            <a:endParaRPr/>
          </a:p>
        </p:txBody>
      </p:sp>
      <p:pic>
        <p:nvPicPr>
          <p:cNvPr id="195" name="Google Shape;195;p33"/>
          <p:cNvPicPr preferRelativeResize="0"/>
          <p:nvPr/>
        </p:nvPicPr>
        <p:blipFill>
          <a:blip r:embed="rId3">
            <a:alphaModFix/>
          </a:blip>
          <a:stretch>
            <a:fillRect/>
          </a:stretch>
        </p:blipFill>
        <p:spPr>
          <a:xfrm>
            <a:off x="0" y="850900"/>
            <a:ext cx="9143999" cy="4292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err="1"/>
              <a:t>Pairplot</a:t>
            </a:r>
            <a:r>
              <a:rPr lang="en-US" dirty="0"/>
              <a:t> Insights</a:t>
            </a:r>
            <a:endParaRPr dirty="0"/>
          </a:p>
        </p:txBody>
      </p:sp>
      <p:sp>
        <p:nvSpPr>
          <p:cNvPr id="201" name="Google Shape;201;p34"/>
          <p:cNvSpPr txBox="1">
            <a:spLocks noGrp="1"/>
          </p:cNvSpPr>
          <p:nvPr>
            <p:ph idx="4294967295"/>
          </p:nvPr>
        </p:nvSpPr>
        <p:spPr>
          <a:xfrm>
            <a:off x="165100" y="755650"/>
            <a:ext cx="8978900" cy="4387850"/>
          </a:xfrm>
          <a:prstGeom prst="rect">
            <a:avLst/>
          </a:prstGeom>
        </p:spPr>
        <p:txBody>
          <a:bodyPr spcFirstLastPara="1" wrap="square" lIns="91425" tIns="45700" rIns="91425" bIns="45700" anchor="ctr" anchorCtr="0">
            <a:normAutofit fontScale="62500" lnSpcReduction="20000"/>
          </a:bodyPr>
          <a:lstStyle/>
          <a:p>
            <a:pPr marL="0" lvl="0" indent="0" algn="l" rtl="0">
              <a:lnSpc>
                <a:spcPct val="115000"/>
              </a:lnSpc>
              <a:spcBef>
                <a:spcPts val="1200"/>
              </a:spcBef>
              <a:spcAft>
                <a:spcPts val="0"/>
              </a:spcAft>
              <a:buClr>
                <a:schemeClr val="dk1"/>
              </a:buClr>
              <a:buSzPts val="605"/>
              <a:buFont typeface="Arial"/>
              <a:buNone/>
            </a:pPr>
            <a:r>
              <a:rPr lang="en" sz="4676" dirty="0">
                <a:latin typeface="Times New Roman" panose="02020603050405020304" pitchFamily="18" charset="0"/>
                <a:ea typeface="Arial"/>
                <a:cs typeface="Times New Roman" panose="02020603050405020304" pitchFamily="18" charset="0"/>
                <a:sym typeface="Arial"/>
              </a:rPr>
              <a:t>The </a:t>
            </a:r>
            <a:r>
              <a:rPr lang="en" sz="4676" b="1" dirty="0">
                <a:solidFill>
                  <a:srgbClr val="188038"/>
                </a:solidFill>
                <a:latin typeface="Times New Roman" panose="02020603050405020304" pitchFamily="18" charset="0"/>
                <a:ea typeface="Roboto Mono"/>
                <a:cs typeface="Times New Roman" panose="02020603050405020304" pitchFamily="18" charset="0"/>
                <a:sym typeface="Roboto Mono"/>
              </a:rPr>
              <a:t>pairplot</a:t>
            </a:r>
            <a:r>
              <a:rPr lang="en" sz="4676" dirty="0">
                <a:latin typeface="Times New Roman" panose="02020603050405020304" pitchFamily="18" charset="0"/>
                <a:ea typeface="Arial"/>
                <a:cs typeface="Times New Roman" panose="02020603050405020304" pitchFamily="18" charset="0"/>
                <a:sym typeface="Arial"/>
              </a:rPr>
              <a:t> generated using Seaborn, visualizes the pairwise relationships between the variables </a:t>
            </a:r>
            <a:r>
              <a:rPr lang="en" sz="4676" b="1" dirty="0">
                <a:latin typeface="Times New Roman" panose="02020603050405020304" pitchFamily="18" charset="0"/>
                <a:ea typeface="Arial"/>
                <a:cs typeface="Times New Roman" panose="02020603050405020304" pitchFamily="18" charset="0"/>
                <a:sym typeface="Arial"/>
              </a:rPr>
              <a:t>age</a:t>
            </a:r>
            <a:r>
              <a:rPr lang="en" sz="4676" dirty="0">
                <a:latin typeface="Times New Roman" panose="02020603050405020304" pitchFamily="18" charset="0"/>
                <a:ea typeface="Arial"/>
                <a:cs typeface="Times New Roman" panose="02020603050405020304" pitchFamily="18" charset="0"/>
                <a:sym typeface="Arial"/>
              </a:rPr>
              <a:t>, </a:t>
            </a:r>
            <a:r>
              <a:rPr lang="en" sz="4676" b="1" dirty="0">
                <a:latin typeface="Times New Roman" panose="02020603050405020304" pitchFamily="18" charset="0"/>
                <a:ea typeface="Arial"/>
                <a:cs typeface="Times New Roman" panose="02020603050405020304" pitchFamily="18" charset="0"/>
                <a:sym typeface="Arial"/>
              </a:rPr>
              <a:t>BMI</a:t>
            </a:r>
            <a:r>
              <a:rPr lang="en" sz="4676" dirty="0">
                <a:latin typeface="Times New Roman" panose="02020603050405020304" pitchFamily="18" charset="0"/>
                <a:ea typeface="Arial"/>
                <a:cs typeface="Times New Roman" panose="02020603050405020304" pitchFamily="18" charset="0"/>
                <a:sym typeface="Arial"/>
              </a:rPr>
              <a:t>, and </a:t>
            </a:r>
            <a:r>
              <a:rPr lang="en" sz="4676" b="1" dirty="0">
                <a:latin typeface="Times New Roman" panose="02020603050405020304" pitchFamily="18" charset="0"/>
                <a:ea typeface="Arial"/>
                <a:cs typeface="Times New Roman" panose="02020603050405020304" pitchFamily="18" charset="0"/>
                <a:sym typeface="Arial"/>
              </a:rPr>
              <a:t>charges</a:t>
            </a:r>
            <a:r>
              <a:rPr lang="en" sz="4676" dirty="0">
                <a:latin typeface="Times New Roman" panose="02020603050405020304" pitchFamily="18" charset="0"/>
                <a:ea typeface="Arial"/>
                <a:cs typeface="Times New Roman" panose="02020603050405020304" pitchFamily="18" charset="0"/>
                <a:sym typeface="Arial"/>
              </a:rPr>
              <a:t>, with points colored by </a:t>
            </a:r>
            <a:r>
              <a:rPr lang="en" sz="4676" b="1" dirty="0">
                <a:latin typeface="Times New Roman" panose="02020603050405020304" pitchFamily="18" charset="0"/>
                <a:ea typeface="Arial"/>
                <a:cs typeface="Times New Roman" panose="02020603050405020304" pitchFamily="18" charset="0"/>
                <a:sym typeface="Arial"/>
              </a:rPr>
              <a:t>sex</a:t>
            </a:r>
            <a:r>
              <a:rPr lang="en" sz="4676" dirty="0">
                <a:latin typeface="Times New Roman" panose="02020603050405020304" pitchFamily="18" charset="0"/>
                <a:ea typeface="Arial"/>
                <a:cs typeface="Times New Roman" panose="02020603050405020304" pitchFamily="18" charset="0"/>
                <a:sym typeface="Arial"/>
              </a:rPr>
              <a:t>. This helps identify potential correlations, patterns, or group-wise differences across these variables. Diagonal plots show the distribution of each variable, while off-diagonal plots depict scatter plots between variable pairs, allowing for a quick visual inspection of linear or non-linear trends and how they may differ by gender.</a:t>
            </a:r>
            <a:endParaRPr sz="4676" dirty="0">
              <a:latin typeface="Times New Roman" panose="02020603050405020304" pitchFamily="18" charset="0"/>
              <a:ea typeface="Arial"/>
              <a:cs typeface="Times New Roman" panose="02020603050405020304" pitchFamily="18" charset="0"/>
              <a:sym typeface="Arial"/>
            </a:endParaRPr>
          </a:p>
          <a:p>
            <a:pPr marL="0" lvl="0" indent="0" algn="l" rtl="0">
              <a:spcBef>
                <a:spcPts val="1200"/>
              </a:spcBef>
              <a:spcAft>
                <a:spcPts val="1200"/>
              </a:spcAft>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5"/>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a:t>Heatmap</a:t>
            </a:r>
            <a:endParaRPr/>
          </a:p>
        </p:txBody>
      </p:sp>
      <p:pic>
        <p:nvPicPr>
          <p:cNvPr id="208" name="Google Shape;208;p35"/>
          <p:cNvPicPr preferRelativeResize="0"/>
          <p:nvPr/>
        </p:nvPicPr>
        <p:blipFill>
          <a:blip r:embed="rId3">
            <a:alphaModFix/>
          </a:blip>
          <a:stretch>
            <a:fillRect/>
          </a:stretch>
        </p:blipFill>
        <p:spPr>
          <a:xfrm>
            <a:off x="0" y="869950"/>
            <a:ext cx="9144000" cy="4273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B9B715-AF2C-6D73-CDAC-F0D5F3374264}"/>
              </a:ext>
            </a:extLst>
          </p:cNvPr>
          <p:cNvSpPr txBox="1"/>
          <p:nvPr/>
        </p:nvSpPr>
        <p:spPr>
          <a:xfrm>
            <a:off x="50800" y="1327150"/>
            <a:ext cx="9017000" cy="3016210"/>
          </a:xfrm>
          <a:prstGeom prst="rect">
            <a:avLst/>
          </a:prstGeom>
          <a:noFill/>
        </p:spPr>
        <p:txBody>
          <a:bodyPr wrap="square" rtlCol="0">
            <a:spAutoFit/>
          </a:bodyPr>
          <a:lstStyle/>
          <a:p>
            <a:pPr marL="342900" indent="-342900" rtl="0" fontAlgn="base">
              <a:spcBef>
                <a:spcPts val="300"/>
              </a:spcBef>
              <a:buFont typeface="Wingdings" panose="05000000000000000000" pitchFamily="2" charset="2"/>
              <a:buChar char="q"/>
            </a:pPr>
            <a:r>
              <a:rPr lang="en-US" sz="2000" b="0" i="0" u="none" strike="noStrike" dirty="0">
                <a:solidFill>
                  <a:srgbClr val="FFFFFF"/>
                </a:solidFill>
                <a:effectLst/>
                <a:latin typeface="Times New Roman" panose="02020603050405020304" pitchFamily="18" charset="0"/>
                <a:cs typeface="Times New Roman" panose="02020603050405020304" pitchFamily="18" charset="0"/>
              </a:rPr>
              <a:t>The highest correlation is between "age" and "charges" with a coefficient of </a:t>
            </a:r>
            <a:r>
              <a:rPr lang="en-US" sz="2000" b="1" i="0" u="none" strike="noStrike" dirty="0">
                <a:solidFill>
                  <a:srgbClr val="FFFFFF"/>
                </a:solidFill>
                <a:effectLst/>
                <a:latin typeface="Times New Roman" panose="02020603050405020304" pitchFamily="18" charset="0"/>
                <a:cs typeface="Times New Roman" panose="02020603050405020304" pitchFamily="18" charset="0"/>
              </a:rPr>
              <a:t>0.3</a:t>
            </a:r>
            <a:r>
              <a:rPr lang="en-US" sz="2000" b="0" i="0" u="none" strike="noStrike" dirty="0">
                <a:solidFill>
                  <a:srgbClr val="FFFFFF"/>
                </a:solidFill>
                <a:effectLst/>
                <a:latin typeface="Times New Roman" panose="02020603050405020304" pitchFamily="18" charset="0"/>
                <a:cs typeface="Times New Roman" panose="02020603050405020304" pitchFamily="18" charset="0"/>
              </a:rPr>
              <a:t>, indicating a moderate positive linear relationship. As age increases, insurance charges tend to increase as well.</a:t>
            </a:r>
          </a:p>
          <a:p>
            <a:pPr marL="342900" indent="-342900" rtl="0" fontAlgn="base">
              <a:buFont typeface="Wingdings" panose="05000000000000000000" pitchFamily="2" charset="2"/>
              <a:buChar char="q"/>
            </a:pPr>
            <a:r>
              <a:rPr lang="en-US" sz="2000" b="0" i="0" u="none" strike="noStrike" dirty="0">
                <a:solidFill>
                  <a:srgbClr val="FFFFFF"/>
                </a:solidFill>
                <a:effectLst/>
                <a:latin typeface="Times New Roman" panose="02020603050405020304" pitchFamily="18" charset="0"/>
                <a:cs typeface="Times New Roman" panose="02020603050405020304" pitchFamily="18" charset="0"/>
              </a:rPr>
              <a:t>The correlation between "</a:t>
            </a:r>
            <a:r>
              <a:rPr lang="en-US" sz="2000" b="0" i="0" u="none" strike="noStrike" dirty="0" err="1">
                <a:solidFill>
                  <a:srgbClr val="FFFFFF"/>
                </a:solidFill>
                <a:effectLst/>
                <a:latin typeface="Times New Roman" panose="02020603050405020304" pitchFamily="18" charset="0"/>
                <a:cs typeface="Times New Roman" panose="02020603050405020304" pitchFamily="18" charset="0"/>
              </a:rPr>
              <a:t>bmi</a:t>
            </a:r>
            <a:r>
              <a:rPr lang="en-US" sz="2000" b="0" i="0" u="none" strike="noStrike" dirty="0">
                <a:solidFill>
                  <a:srgbClr val="FFFFFF"/>
                </a:solidFill>
                <a:effectLst/>
                <a:latin typeface="Times New Roman" panose="02020603050405020304" pitchFamily="18" charset="0"/>
                <a:cs typeface="Times New Roman" panose="02020603050405020304" pitchFamily="18" charset="0"/>
              </a:rPr>
              <a:t>" and "charges" is </a:t>
            </a:r>
            <a:r>
              <a:rPr lang="en-US" sz="2000" b="1" i="0" u="none" strike="noStrike" dirty="0">
                <a:solidFill>
                  <a:srgbClr val="FFFFFF"/>
                </a:solidFill>
                <a:effectLst/>
                <a:latin typeface="Times New Roman" panose="02020603050405020304" pitchFamily="18" charset="0"/>
                <a:cs typeface="Times New Roman" panose="02020603050405020304" pitchFamily="18" charset="0"/>
              </a:rPr>
              <a:t>0.2</a:t>
            </a:r>
            <a:r>
              <a:rPr lang="en-US" sz="2000" b="0" i="0" u="none" strike="noStrike" dirty="0">
                <a:solidFill>
                  <a:srgbClr val="FFFFFF"/>
                </a:solidFill>
                <a:effectLst/>
                <a:latin typeface="Times New Roman" panose="02020603050405020304" pitchFamily="18" charset="0"/>
                <a:cs typeface="Times New Roman" panose="02020603050405020304" pitchFamily="18" charset="0"/>
              </a:rPr>
              <a:t>, showing a weak positive linear relationship. Higher BMI values are associated with significantly higher charges.</a:t>
            </a:r>
          </a:p>
          <a:p>
            <a:pPr marL="342900" indent="-342900" rtl="0" fontAlgn="base">
              <a:spcAft>
                <a:spcPts val="1200"/>
              </a:spcAft>
              <a:buFont typeface="Wingdings" panose="05000000000000000000" pitchFamily="2" charset="2"/>
              <a:buChar char="q"/>
            </a:pPr>
            <a:r>
              <a:rPr lang="en-US" sz="2000" b="0" i="0" u="none" strike="noStrike" dirty="0">
                <a:solidFill>
                  <a:srgbClr val="FFFFFF"/>
                </a:solidFill>
                <a:effectLst/>
                <a:latin typeface="Times New Roman" panose="02020603050405020304" pitchFamily="18" charset="0"/>
                <a:cs typeface="Times New Roman" panose="02020603050405020304" pitchFamily="18" charset="0"/>
              </a:rPr>
              <a:t>"Age" and "</a:t>
            </a:r>
            <a:r>
              <a:rPr lang="en-US" sz="2000" b="0" i="0" u="none" strike="noStrike" dirty="0" err="1">
                <a:solidFill>
                  <a:srgbClr val="FFFFFF"/>
                </a:solidFill>
                <a:effectLst/>
                <a:latin typeface="Times New Roman" panose="02020603050405020304" pitchFamily="18" charset="0"/>
                <a:cs typeface="Times New Roman" panose="02020603050405020304" pitchFamily="18" charset="0"/>
              </a:rPr>
              <a:t>bmi</a:t>
            </a:r>
            <a:r>
              <a:rPr lang="en-US" sz="2000" b="0" i="0" u="none" strike="noStrike" dirty="0">
                <a:solidFill>
                  <a:srgbClr val="FFFFFF"/>
                </a:solidFill>
                <a:effectLst/>
                <a:latin typeface="Times New Roman" panose="02020603050405020304" pitchFamily="18" charset="0"/>
                <a:cs typeface="Times New Roman" panose="02020603050405020304" pitchFamily="18" charset="0"/>
              </a:rPr>
              <a:t>" have a very weak correlation (</a:t>
            </a:r>
            <a:r>
              <a:rPr lang="en-US" sz="2000" b="1" i="0" u="none" strike="noStrike" dirty="0">
                <a:solidFill>
                  <a:srgbClr val="FFFFFF"/>
                </a:solidFill>
                <a:effectLst/>
                <a:latin typeface="Times New Roman" panose="02020603050405020304" pitchFamily="18" charset="0"/>
                <a:cs typeface="Times New Roman" panose="02020603050405020304" pitchFamily="18" charset="0"/>
              </a:rPr>
              <a:t>0.11</a:t>
            </a:r>
            <a:r>
              <a:rPr lang="en-US" sz="2000" b="0" i="0" u="none" strike="noStrike" dirty="0">
                <a:solidFill>
                  <a:srgbClr val="FFFFFF"/>
                </a:solidFill>
                <a:effectLst/>
                <a:latin typeface="Times New Roman" panose="02020603050405020304" pitchFamily="18" charset="0"/>
                <a:cs typeface="Times New Roman" panose="02020603050405020304" pitchFamily="18" charset="0"/>
              </a:rPr>
              <a:t>), suggesting that age does not strongly influence BMI in this dataset</a:t>
            </a:r>
          </a:p>
          <a:p>
            <a:pPr marL="342900" indent="-342900">
              <a:buFont typeface="Wingdings" panose="05000000000000000000" pitchFamily="2" charset="2"/>
              <a:buChar char="q"/>
            </a:pPr>
            <a:r>
              <a:rPr lang="en-US" sz="2000" b="0" i="0" u="none" strike="noStrike" dirty="0">
                <a:solidFill>
                  <a:srgbClr val="FFFFFF"/>
                </a:solidFill>
                <a:effectLst/>
                <a:latin typeface="Times New Roman" panose="02020603050405020304" pitchFamily="18" charset="0"/>
                <a:cs typeface="Times New Roman" panose="02020603050405020304" pitchFamily="18" charset="0"/>
              </a:rPr>
              <a:t>"Children" and "charges" show a negligible correlation (</a:t>
            </a:r>
            <a:r>
              <a:rPr lang="en-US" sz="2000" b="1" i="0" u="none" strike="noStrike" dirty="0">
                <a:solidFill>
                  <a:srgbClr val="FFFFFF"/>
                </a:solidFill>
                <a:effectLst/>
                <a:latin typeface="Times New Roman" panose="02020603050405020304" pitchFamily="18" charset="0"/>
                <a:cs typeface="Times New Roman" panose="02020603050405020304" pitchFamily="18" charset="0"/>
              </a:rPr>
              <a:t>0.067</a:t>
            </a:r>
            <a:r>
              <a:rPr lang="en-US" sz="2000" b="0" i="0" u="none" strike="noStrike" dirty="0">
                <a:solidFill>
                  <a:srgbClr val="FFFFFF"/>
                </a:solidFill>
                <a:effectLst/>
                <a:latin typeface="Times New Roman" panose="02020603050405020304" pitchFamily="18" charset="0"/>
                <a:cs typeface="Times New Roman" panose="02020603050405020304" pitchFamily="18" charset="0"/>
              </a:rPr>
              <a:t>), implying that the number of children has almost no linear impact on insurance charges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5207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68612" name="Picture 4" descr="Data Preprocessing &amp; Feature Engineering in Machine Learning | by Paras  Patidar | DataDrivenInvestor">
            <a:extLst>
              <a:ext uri="{FF2B5EF4-FFF2-40B4-BE49-F238E27FC236}">
                <a16:creationId xmlns:a16="http://schemas.microsoft.com/office/drawing/2014/main" id="{7B35BBDD-A795-7225-012A-54745F3B7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0"/>
            <a:ext cx="9080500" cy="5143500"/>
          </a:xfrm>
          <a:prstGeom prst="rect">
            <a:avLst/>
          </a:prstGeom>
          <a:noFill/>
          <a:effectLst>
            <a:glow rad="1384300">
              <a:schemeClr val="accent1">
                <a:alpha val="40000"/>
              </a:schemeClr>
            </a:glow>
            <a:reflection blurRad="25400" stA="45000" endPos="65000" dir="5400000" sy="-100000" algn="bl" rotWithShape="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CE507E8-D4EB-77F7-8CCA-84AE6F8EBC44}"/>
              </a:ext>
            </a:extLst>
          </p:cNvPr>
          <p:cNvSpPr txBox="1"/>
          <p:nvPr/>
        </p:nvSpPr>
        <p:spPr>
          <a:xfrm>
            <a:off x="3676650" y="2971800"/>
            <a:ext cx="340158" cy="369332"/>
          </a:xfrm>
          <a:prstGeom prst="rect">
            <a:avLst/>
          </a:prstGeom>
          <a:noFill/>
        </p:spPr>
        <p:txBody>
          <a:bodyPr wrap="none" rtlCol="0">
            <a:spAutoFit/>
          </a:bodyPr>
          <a:lstStyle/>
          <a:p>
            <a:r>
              <a:rPr lang="en-US" dirty="0"/>
              <a:t>g</a:t>
            </a:r>
            <a:endParaRPr lang="en-IN" dirty="0"/>
          </a:p>
        </p:txBody>
      </p:sp>
      <p:sp>
        <p:nvSpPr>
          <p:cNvPr id="3" name="Rectangle 2">
            <a:extLst>
              <a:ext uri="{FF2B5EF4-FFF2-40B4-BE49-F238E27FC236}">
                <a16:creationId xmlns:a16="http://schemas.microsoft.com/office/drawing/2014/main" id="{A9BB6CFC-6172-DB72-A801-79F181BC549D}"/>
              </a:ext>
            </a:extLst>
          </p:cNvPr>
          <p:cNvSpPr/>
          <p:nvPr/>
        </p:nvSpPr>
        <p:spPr>
          <a:xfrm>
            <a:off x="1223965" y="2110085"/>
            <a:ext cx="6696065" cy="923330"/>
          </a:xfrm>
          <a:prstGeom prst="rect">
            <a:avLst/>
          </a:prstGeom>
          <a:blipFill>
            <a:blip r:embed="rId4"/>
            <a:tile tx="0" ty="0" sx="100000" sy="100000" flip="none" algn="tl"/>
          </a:blipFill>
          <a:effectLst>
            <a:glow rad="127000">
              <a:schemeClr val="accent1">
                <a:alpha val="0"/>
              </a:schemeClr>
            </a:glow>
            <a:innerShdw blurRad="63500" dist="50800" dir="16200000">
              <a:prstClr val="black">
                <a:alpha val="50000"/>
              </a:prstClr>
            </a:innerShdw>
            <a:reflection stA="75000" endPos="0" dist="63500" dir="5400000" sy="-100000" algn="bl" rotWithShape="0"/>
          </a:effectLst>
        </p:spPr>
        <p:txBody>
          <a:bodyPr wrap="none" lIns="91440" tIns="45720" rIns="91440" bIns="45720">
            <a:spAutoFit/>
            <a:scene3d>
              <a:camera prst="orthographicFront"/>
              <a:lightRig rig="threePt" dir="t"/>
            </a:scene3d>
            <a:sp3d extrusionH="57150" prstMaterial="matte">
              <a:bevelT w="38100" h="38100" prst="convex"/>
              <a:bevelB w="50800" h="38100" prst="riblet"/>
            </a:sp3d>
          </a:bodyPr>
          <a:lstStyle/>
          <a:p>
            <a:pPr algn="ctr"/>
            <a:r>
              <a:rPr lang="en-US" sz="5400" b="1" dirty="0">
                <a:ln w="12700" cmpd="sng">
                  <a:solidFill>
                    <a:schemeClr val="accent4"/>
                  </a:solidFill>
                  <a:prstDash val="solid"/>
                </a:ln>
                <a:gradFill>
                  <a:gsLst>
                    <a:gs pos="0">
                      <a:schemeClr val="accent4"/>
                    </a:gs>
                    <a:gs pos="58000">
                      <a:schemeClr val="accent4">
                        <a:lumMod val="60000"/>
                        <a:lumOff val="40000"/>
                      </a:schemeClr>
                    </a:gs>
                    <a:gs pos="87000">
                      <a:schemeClr val="accent4">
                        <a:lumMod val="20000"/>
                        <a:lumOff val="80000"/>
                      </a:schemeClr>
                    </a:gs>
                  </a:gsLst>
                  <a:lin ang="5400000" scaled="0"/>
                </a:gradFill>
              </a:rPr>
              <a:t>Data Preprocessing</a:t>
            </a:r>
            <a:endParaRPr lang="en-US" sz="5400" b="1" cap="none" spc="0" dirty="0">
              <a:ln w="12700" cmpd="sng">
                <a:solidFill>
                  <a:schemeClr val="accent4"/>
                </a:solidFill>
                <a:prstDash val="solid"/>
              </a:ln>
              <a:gradFill>
                <a:gsLst>
                  <a:gs pos="0">
                    <a:schemeClr val="accent4"/>
                  </a:gs>
                  <a:gs pos="58000">
                    <a:schemeClr val="accent4">
                      <a:lumMod val="60000"/>
                      <a:lumOff val="40000"/>
                    </a:schemeClr>
                  </a:gs>
                  <a:gs pos="87000">
                    <a:schemeClr val="accent4">
                      <a:lumMod val="20000"/>
                      <a:lumOff val="80000"/>
                    </a:schemeClr>
                  </a:gs>
                </a:gsLst>
                <a:lin ang="5400000" scaled="0"/>
              </a:gradFill>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8"/>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0"/>
              </a:spcBef>
              <a:spcAft>
                <a:spcPts val="0"/>
              </a:spcAft>
              <a:buSzPts val="990"/>
              <a:buNone/>
            </a:pPr>
            <a:r>
              <a:rPr lang="en" sz="3060" dirty="0"/>
              <a:t>Handling Categorical Features</a:t>
            </a:r>
            <a:endParaRPr sz="3060" dirty="0"/>
          </a:p>
        </p:txBody>
      </p:sp>
      <p:sp>
        <p:nvSpPr>
          <p:cNvPr id="226" name="Google Shape;226;p38"/>
          <p:cNvSpPr txBox="1">
            <a:spLocks noGrp="1"/>
          </p:cNvSpPr>
          <p:nvPr>
            <p:ph idx="4294967295"/>
          </p:nvPr>
        </p:nvSpPr>
        <p:spPr>
          <a:xfrm>
            <a:off x="0" y="819150"/>
            <a:ext cx="9144000" cy="4324350"/>
          </a:xfrm>
          <a:prstGeom prst="rect">
            <a:avLst/>
          </a:prstGeom>
        </p:spPr>
        <p:txBody>
          <a:bodyPr spcFirstLastPara="1" wrap="square" lIns="91425" tIns="45700" rIns="91425" bIns="45700" anchor="t" anchorCtr="0">
            <a:noAutofit/>
          </a:bodyPr>
          <a:lstStyle/>
          <a:p>
            <a:pPr marL="0" lvl="0" indent="0" algn="l" rtl="0">
              <a:lnSpc>
                <a:spcPct val="90000"/>
              </a:lnSpc>
              <a:spcBef>
                <a:spcPts val="360"/>
              </a:spcBef>
              <a:spcAft>
                <a:spcPts val="0"/>
              </a:spcAft>
              <a:buClr>
                <a:schemeClr val="dk1"/>
              </a:buClr>
              <a:buSzPts val="1100"/>
              <a:buFont typeface="Arial"/>
              <a:buNone/>
            </a:pPr>
            <a:endParaRPr lang="en" sz="1600" dirty="0">
              <a:latin typeface="Times New Roman" panose="02020603050405020304" pitchFamily="18" charset="0"/>
              <a:cs typeface="Times New Roman" panose="02020603050405020304" pitchFamily="18" charset="0"/>
            </a:endParaRPr>
          </a:p>
          <a:p>
            <a:pPr marL="0" lvl="0" indent="0" algn="l" rtl="0">
              <a:lnSpc>
                <a:spcPct val="90000"/>
              </a:lnSpc>
              <a:spcBef>
                <a:spcPts val="360"/>
              </a:spcBef>
              <a:spcAft>
                <a:spcPts val="0"/>
              </a:spcAft>
              <a:buClr>
                <a:schemeClr val="dk1"/>
              </a:buClr>
              <a:buSzPts val="1100"/>
              <a:buFont typeface="Arial"/>
              <a:buNone/>
            </a:pPr>
            <a:r>
              <a:rPr lang="en" sz="1600" dirty="0">
                <a:latin typeface="Times New Roman" panose="02020603050405020304" pitchFamily="18" charset="0"/>
                <a:cs typeface="Times New Roman" panose="02020603050405020304" pitchFamily="18" charset="0"/>
              </a:rPr>
              <a:t>Discrete n</a:t>
            </a:r>
            <a:r>
              <a:rPr lang="en" sz="1600" dirty="0">
                <a:latin typeface="Times New Roman" panose="02020603050405020304" pitchFamily="18" charset="0"/>
                <a:ea typeface="Arial"/>
                <a:cs typeface="Times New Roman" panose="02020603050405020304" pitchFamily="18" charset="0"/>
                <a:sym typeface="Arial"/>
              </a:rPr>
              <a:t>umerical values of </a:t>
            </a:r>
            <a:r>
              <a:rPr lang="en" sz="1600" dirty="0">
                <a:latin typeface="Times New Roman" panose="02020603050405020304" pitchFamily="18" charset="0"/>
                <a:cs typeface="Times New Roman" panose="02020603050405020304" pitchFamily="18" charset="0"/>
              </a:rPr>
              <a:t>‘</a:t>
            </a:r>
            <a:r>
              <a:rPr lang="en" sz="1600" dirty="0">
                <a:latin typeface="Times New Roman" panose="02020603050405020304" pitchFamily="18" charset="0"/>
                <a:ea typeface="Arial"/>
                <a:cs typeface="Times New Roman" panose="02020603050405020304" pitchFamily="18" charset="0"/>
                <a:sym typeface="Arial"/>
              </a:rPr>
              <a:t>children</a:t>
            </a:r>
            <a:r>
              <a:rPr lang="en" sz="1600" dirty="0">
                <a:latin typeface="Times New Roman" panose="02020603050405020304" pitchFamily="18" charset="0"/>
                <a:cs typeface="Times New Roman" panose="02020603050405020304" pitchFamily="18" charset="0"/>
              </a:rPr>
              <a:t>’</a:t>
            </a:r>
            <a:r>
              <a:rPr lang="en" sz="1600" dirty="0">
                <a:latin typeface="Times New Roman" panose="02020603050405020304" pitchFamily="18" charset="0"/>
                <a:ea typeface="Arial"/>
                <a:cs typeface="Times New Roman" panose="02020603050405020304" pitchFamily="18" charset="0"/>
                <a:sym typeface="Arial"/>
              </a:rPr>
              <a:t> column are grouped into</a:t>
            </a:r>
            <a:r>
              <a:rPr lang="en" sz="1600" dirty="0">
                <a:latin typeface="Times New Roman" panose="02020603050405020304" pitchFamily="18" charset="0"/>
                <a:cs typeface="Times New Roman" panose="02020603050405020304" pitchFamily="18" charset="0"/>
              </a:rPr>
              <a:t> 3 </a:t>
            </a:r>
            <a:r>
              <a:rPr lang="en" sz="1600" dirty="0">
                <a:latin typeface="Times New Roman" panose="02020603050405020304" pitchFamily="18" charset="0"/>
                <a:ea typeface="Arial"/>
                <a:cs typeface="Times New Roman" panose="02020603050405020304" pitchFamily="18" charset="0"/>
                <a:sym typeface="Arial"/>
              </a:rPr>
              <a:t>l</a:t>
            </a:r>
            <a:r>
              <a:rPr lang="en" sz="1600" dirty="0">
                <a:latin typeface="Times New Roman" panose="02020603050405020304" pitchFamily="18" charset="0"/>
                <a:cs typeface="Times New Roman" panose="02020603050405020304" pitchFamily="18" charset="0"/>
              </a:rPr>
              <a:t>evel</a:t>
            </a:r>
            <a:r>
              <a:rPr lang="en" sz="1600" dirty="0">
                <a:latin typeface="Times New Roman" panose="02020603050405020304" pitchFamily="18" charset="0"/>
                <a:ea typeface="Arial"/>
                <a:cs typeface="Times New Roman" panose="02020603050405020304" pitchFamily="18" charset="0"/>
                <a:sym typeface="Arial"/>
              </a:rPr>
              <a:t>s :</a:t>
            </a:r>
            <a:endParaRPr sz="1600" dirty="0">
              <a:latin typeface="Times New Roman" panose="02020603050405020304" pitchFamily="18" charset="0"/>
              <a:ea typeface="Arial"/>
              <a:cs typeface="Times New Roman" panose="02020603050405020304" pitchFamily="18" charset="0"/>
              <a:sym typeface="Arial"/>
            </a:endParaRPr>
          </a:p>
          <a:p>
            <a:pPr marL="457200" lvl="0" indent="-323850" algn="l" rtl="0">
              <a:lnSpc>
                <a:spcPct val="105000"/>
              </a:lnSpc>
              <a:spcBef>
                <a:spcPts val="1200"/>
              </a:spcBef>
              <a:spcAft>
                <a:spcPts val="0"/>
              </a:spcAft>
              <a:buSzPts val="1500"/>
              <a:buFont typeface="Wingdings" panose="05000000000000000000" pitchFamily="2" charset="2"/>
              <a:buChar char="q"/>
            </a:pPr>
            <a:r>
              <a:rPr lang="en" sz="1600" dirty="0">
                <a:latin typeface="Times New Roman" panose="02020603050405020304" pitchFamily="18" charset="0"/>
                <a:ea typeface="Arial"/>
                <a:cs typeface="Times New Roman" panose="02020603050405020304" pitchFamily="18" charset="0"/>
                <a:sym typeface="Arial"/>
              </a:rPr>
              <a:t>0 children : </a:t>
            </a:r>
            <a:r>
              <a:rPr lang="en" sz="1600" b="1" dirty="0">
                <a:latin typeface="Times New Roman" panose="02020603050405020304" pitchFamily="18" charset="0"/>
                <a:ea typeface="Arial"/>
                <a:cs typeface="Times New Roman" panose="02020603050405020304" pitchFamily="18" charset="0"/>
                <a:sym typeface="Arial"/>
              </a:rPr>
              <a:t>"No Children"</a:t>
            </a:r>
            <a:r>
              <a:rPr lang="en" sz="1600" dirty="0">
                <a:latin typeface="Times New Roman" panose="02020603050405020304" pitchFamily="18" charset="0"/>
                <a:ea typeface="Arial"/>
                <a:cs typeface="Times New Roman" panose="02020603050405020304" pitchFamily="18" charset="0"/>
                <a:sym typeface="Arial"/>
              </a:rPr>
              <a:t> (Baseli</a:t>
            </a:r>
            <a:r>
              <a:rPr lang="en" sz="1600" dirty="0">
                <a:latin typeface="Times New Roman" panose="02020603050405020304" pitchFamily="18" charset="0"/>
                <a:cs typeface="Times New Roman" panose="02020603050405020304" pitchFamily="18" charset="0"/>
              </a:rPr>
              <a:t>ne)</a:t>
            </a:r>
            <a:endParaRPr sz="1600" dirty="0">
              <a:latin typeface="Times New Roman" panose="02020603050405020304" pitchFamily="18" charset="0"/>
              <a:ea typeface="Arial"/>
              <a:cs typeface="Times New Roman" panose="02020603050405020304" pitchFamily="18" charset="0"/>
              <a:sym typeface="Arial"/>
            </a:endParaRPr>
          </a:p>
          <a:p>
            <a:pPr marL="457200" lvl="0" indent="-323850" algn="l" rtl="0">
              <a:lnSpc>
                <a:spcPct val="105000"/>
              </a:lnSpc>
              <a:spcBef>
                <a:spcPts val="0"/>
              </a:spcBef>
              <a:spcAft>
                <a:spcPts val="0"/>
              </a:spcAft>
              <a:buSzPts val="1500"/>
              <a:buFont typeface="Wingdings" panose="05000000000000000000" pitchFamily="2" charset="2"/>
              <a:buChar char="q"/>
            </a:pPr>
            <a:r>
              <a:rPr lang="en" sz="1600" dirty="0">
                <a:latin typeface="Times New Roman" panose="02020603050405020304" pitchFamily="18" charset="0"/>
                <a:ea typeface="Arial"/>
                <a:cs typeface="Times New Roman" panose="02020603050405020304" pitchFamily="18" charset="0"/>
                <a:sym typeface="Arial"/>
              </a:rPr>
              <a:t>1</a:t>
            </a:r>
            <a:r>
              <a:rPr lang="en" sz="1600" dirty="0">
                <a:latin typeface="Times New Roman" panose="02020603050405020304" pitchFamily="18" charset="0"/>
                <a:cs typeface="Times New Roman" panose="02020603050405020304" pitchFamily="18" charset="0"/>
              </a:rPr>
              <a:t>,</a:t>
            </a:r>
            <a:r>
              <a:rPr lang="en" sz="1600" dirty="0">
                <a:latin typeface="Times New Roman" panose="02020603050405020304" pitchFamily="18" charset="0"/>
                <a:ea typeface="Arial"/>
                <a:cs typeface="Times New Roman" panose="02020603050405020304" pitchFamily="18" charset="0"/>
                <a:sym typeface="Arial"/>
              </a:rPr>
              <a:t>2 children : </a:t>
            </a:r>
            <a:r>
              <a:rPr lang="en" sz="1600" b="1" dirty="0">
                <a:latin typeface="Times New Roman" panose="02020603050405020304" pitchFamily="18" charset="0"/>
                <a:ea typeface="Arial"/>
                <a:cs typeface="Times New Roman" panose="02020603050405020304" pitchFamily="18" charset="0"/>
                <a:sym typeface="Arial"/>
              </a:rPr>
              <a:t>"Few Children"</a:t>
            </a:r>
            <a:endParaRPr sz="1600" dirty="0">
              <a:latin typeface="Times New Roman" panose="02020603050405020304" pitchFamily="18" charset="0"/>
              <a:ea typeface="Arial"/>
              <a:cs typeface="Times New Roman" panose="02020603050405020304" pitchFamily="18" charset="0"/>
              <a:sym typeface="Arial"/>
            </a:endParaRPr>
          </a:p>
          <a:p>
            <a:pPr marL="457200" lvl="0" indent="-323850" algn="l" rtl="0">
              <a:lnSpc>
                <a:spcPct val="105000"/>
              </a:lnSpc>
              <a:spcBef>
                <a:spcPts val="0"/>
              </a:spcBef>
              <a:spcAft>
                <a:spcPts val="0"/>
              </a:spcAft>
              <a:buSzPts val="1500"/>
              <a:buFont typeface="Wingdings" panose="05000000000000000000" pitchFamily="2" charset="2"/>
              <a:buChar char="q"/>
            </a:pPr>
            <a:r>
              <a:rPr lang="en" sz="1600" dirty="0">
                <a:latin typeface="Times New Roman" panose="02020603050405020304" pitchFamily="18" charset="0"/>
                <a:cs typeface="Times New Roman" panose="02020603050405020304" pitchFamily="18" charset="0"/>
              </a:rPr>
              <a:t>&gt;2 c</a:t>
            </a:r>
            <a:r>
              <a:rPr lang="en" sz="1600" dirty="0">
                <a:latin typeface="Times New Roman" panose="02020603050405020304" pitchFamily="18" charset="0"/>
                <a:ea typeface="Arial"/>
                <a:cs typeface="Times New Roman" panose="02020603050405020304" pitchFamily="18" charset="0"/>
                <a:sym typeface="Arial"/>
              </a:rPr>
              <a:t>hildren</a:t>
            </a:r>
            <a:r>
              <a:rPr lang="en" sz="1600" dirty="0">
                <a:latin typeface="Times New Roman" panose="02020603050405020304" pitchFamily="18" charset="0"/>
                <a:cs typeface="Times New Roman" panose="02020603050405020304" pitchFamily="18" charset="0"/>
              </a:rPr>
              <a:t> : </a:t>
            </a:r>
            <a:r>
              <a:rPr lang="en" sz="1600" b="1" dirty="0">
                <a:latin typeface="Times New Roman" panose="02020603050405020304" pitchFamily="18" charset="0"/>
                <a:cs typeface="Times New Roman" panose="02020603050405020304" pitchFamily="18" charset="0"/>
              </a:rPr>
              <a:t>"Many Children’’</a:t>
            </a:r>
          </a:p>
          <a:p>
            <a:pPr marL="133350" lvl="0" indent="0" algn="l" rtl="0">
              <a:lnSpc>
                <a:spcPct val="105000"/>
              </a:lnSpc>
              <a:spcBef>
                <a:spcPts val="0"/>
              </a:spcBef>
              <a:spcAft>
                <a:spcPts val="0"/>
              </a:spcAft>
              <a:buSzPts val="1500"/>
              <a:buNone/>
            </a:pPr>
            <a:endParaRPr sz="1600" b="1" dirty="0">
              <a:latin typeface="Times New Roman" panose="02020603050405020304" pitchFamily="18" charset="0"/>
              <a:cs typeface="Times New Roman" panose="02020603050405020304" pitchFamily="18" charset="0"/>
            </a:endParaRPr>
          </a:p>
          <a:p>
            <a:pPr lvl="0" algn="l" rtl="0">
              <a:spcBef>
                <a:spcPts val="1200"/>
              </a:spcBef>
              <a:spcAft>
                <a:spcPts val="0"/>
              </a:spcAft>
              <a:buFont typeface="Wingdings" panose="05000000000000000000" pitchFamily="2" charset="2"/>
              <a:buChar char="q"/>
            </a:pPr>
            <a:r>
              <a:rPr lang="en" sz="1600" dirty="0">
                <a:latin typeface="Times New Roman" panose="02020603050405020304" pitchFamily="18" charset="0"/>
                <a:cs typeface="Times New Roman" panose="02020603050405020304" pitchFamily="18" charset="0"/>
              </a:rPr>
              <a:t>’sex’ is encoded as a binary variable, where </a:t>
            </a:r>
            <a:r>
              <a:rPr lang="en" sz="1600" b="1" dirty="0">
                <a:latin typeface="Times New Roman" panose="02020603050405020304" pitchFamily="18" charset="0"/>
                <a:cs typeface="Times New Roman" panose="02020603050405020304" pitchFamily="18" charset="0"/>
              </a:rPr>
              <a:t>1</a:t>
            </a:r>
            <a:r>
              <a:rPr lang="en" sz="1600" dirty="0">
                <a:latin typeface="Times New Roman" panose="02020603050405020304" pitchFamily="18" charset="0"/>
                <a:cs typeface="Times New Roman" panose="02020603050405020304" pitchFamily="18" charset="0"/>
              </a:rPr>
              <a:t> indicates</a:t>
            </a:r>
            <a:r>
              <a:rPr lang="en" sz="1600" b="1" dirty="0">
                <a:latin typeface="Times New Roman" panose="02020603050405020304" pitchFamily="18" charset="0"/>
                <a:cs typeface="Times New Roman" panose="02020603050405020304" pitchFamily="18" charset="0"/>
              </a:rPr>
              <a:t> male</a:t>
            </a:r>
            <a:r>
              <a:rPr lang="en" sz="1600" dirty="0">
                <a:latin typeface="Times New Roman" panose="02020603050405020304" pitchFamily="18" charset="0"/>
                <a:cs typeface="Times New Roman" panose="02020603050405020304" pitchFamily="18" charset="0"/>
              </a:rPr>
              <a:t> and </a:t>
            </a:r>
            <a:r>
              <a:rPr lang="en" sz="1600" b="1" dirty="0">
                <a:latin typeface="Times New Roman" panose="02020603050405020304" pitchFamily="18" charset="0"/>
                <a:cs typeface="Times New Roman" panose="02020603050405020304" pitchFamily="18" charset="0"/>
              </a:rPr>
              <a:t>0 </a:t>
            </a:r>
            <a:r>
              <a:rPr lang="en" sz="1600" dirty="0">
                <a:latin typeface="Times New Roman" panose="02020603050405020304" pitchFamily="18" charset="0"/>
                <a:cs typeface="Times New Roman" panose="02020603050405020304" pitchFamily="18" charset="0"/>
              </a:rPr>
              <a:t>indicates</a:t>
            </a:r>
            <a:r>
              <a:rPr lang="en" sz="1600" b="1" dirty="0">
                <a:latin typeface="Times New Roman" panose="02020603050405020304" pitchFamily="18" charset="0"/>
                <a:cs typeface="Times New Roman" panose="02020603050405020304" pitchFamily="18" charset="0"/>
              </a:rPr>
              <a:t> female (</a:t>
            </a:r>
            <a:r>
              <a:rPr lang="en" sz="1600" dirty="0">
                <a:latin typeface="Times New Roman" panose="02020603050405020304" pitchFamily="18" charset="0"/>
                <a:cs typeface="Times New Roman" panose="02020603050405020304" pitchFamily="18" charset="0"/>
              </a:rPr>
              <a:t>baseline).</a:t>
            </a:r>
            <a:endParaRPr sz="1600" dirty="0">
              <a:latin typeface="Times New Roman" panose="02020603050405020304" pitchFamily="18" charset="0"/>
              <a:cs typeface="Times New Roman" panose="02020603050405020304" pitchFamily="18" charset="0"/>
            </a:endParaRPr>
          </a:p>
          <a:p>
            <a:pPr lvl="0" algn="l" rtl="0">
              <a:spcBef>
                <a:spcPts val="1200"/>
              </a:spcBef>
              <a:spcAft>
                <a:spcPts val="0"/>
              </a:spcAft>
              <a:buFont typeface="Wingdings" panose="05000000000000000000" pitchFamily="2" charset="2"/>
              <a:buChar char="q"/>
            </a:pPr>
            <a:r>
              <a:rPr lang="en" sz="1600" dirty="0">
                <a:latin typeface="Times New Roman" panose="02020603050405020304" pitchFamily="18" charset="0"/>
                <a:cs typeface="Times New Roman" panose="02020603050405020304" pitchFamily="18" charset="0"/>
              </a:rPr>
              <a:t>’region has 4 levels: Northeast (baseline), Northwest,Southeast, Southwest .</a:t>
            </a:r>
            <a:endParaRPr sz="1600" dirty="0">
              <a:latin typeface="Times New Roman" panose="02020603050405020304" pitchFamily="18" charset="0"/>
              <a:cs typeface="Times New Roman" panose="02020603050405020304" pitchFamily="18" charset="0"/>
            </a:endParaRPr>
          </a:p>
          <a:p>
            <a:pPr lvl="0" algn="l" rtl="0">
              <a:spcBef>
                <a:spcPts val="1200"/>
              </a:spcBef>
              <a:spcAft>
                <a:spcPts val="0"/>
              </a:spcAft>
              <a:buFont typeface="Wingdings" panose="05000000000000000000" pitchFamily="2" charset="2"/>
              <a:buChar char="q"/>
            </a:pPr>
            <a:r>
              <a:rPr lang="en" sz="1600" dirty="0">
                <a:latin typeface="Times New Roman" panose="02020603050405020304" pitchFamily="18" charset="0"/>
                <a:cs typeface="Times New Roman" panose="02020603050405020304" pitchFamily="18" charset="0"/>
              </a:rPr>
              <a:t>’smoker’ is also encoded as a binary variable, where </a:t>
            </a:r>
            <a:r>
              <a:rPr lang="en" sz="1600" b="1" dirty="0">
                <a:latin typeface="Times New Roman" panose="02020603050405020304" pitchFamily="18" charset="0"/>
                <a:cs typeface="Times New Roman" panose="02020603050405020304" pitchFamily="18" charset="0"/>
              </a:rPr>
              <a:t>1</a:t>
            </a:r>
            <a:r>
              <a:rPr lang="en" sz="1600" dirty="0">
                <a:latin typeface="Times New Roman" panose="02020603050405020304" pitchFamily="18" charset="0"/>
                <a:cs typeface="Times New Roman" panose="02020603050405020304" pitchFamily="18" charset="0"/>
              </a:rPr>
              <a:t> indicates </a:t>
            </a:r>
            <a:r>
              <a:rPr lang="en" sz="1600" b="1" dirty="0">
                <a:latin typeface="Times New Roman" panose="02020603050405020304" pitchFamily="18" charset="0"/>
                <a:cs typeface="Times New Roman" panose="02020603050405020304" pitchFamily="18" charset="0"/>
              </a:rPr>
              <a:t>smoker </a:t>
            </a:r>
            <a:r>
              <a:rPr lang="en" sz="1600" dirty="0">
                <a:latin typeface="Times New Roman" panose="02020603050405020304" pitchFamily="18" charset="0"/>
                <a:cs typeface="Times New Roman" panose="02020603050405020304" pitchFamily="18" charset="0"/>
              </a:rPr>
              <a:t>and </a:t>
            </a:r>
            <a:r>
              <a:rPr lang="en" sz="1600" b="1" dirty="0">
                <a:latin typeface="Times New Roman" panose="02020603050405020304" pitchFamily="18" charset="0"/>
                <a:cs typeface="Times New Roman" panose="02020603050405020304" pitchFamily="18" charset="0"/>
              </a:rPr>
              <a:t>0 </a:t>
            </a:r>
            <a:r>
              <a:rPr lang="en" sz="1600" dirty="0">
                <a:latin typeface="Times New Roman" panose="02020603050405020304" pitchFamily="18" charset="0"/>
                <a:cs typeface="Times New Roman" panose="02020603050405020304" pitchFamily="18" charset="0"/>
              </a:rPr>
              <a:t>indicated </a:t>
            </a:r>
            <a:r>
              <a:rPr lang="en" sz="1600" b="1" dirty="0">
                <a:latin typeface="Times New Roman" panose="02020603050405020304" pitchFamily="18" charset="0"/>
                <a:cs typeface="Times New Roman" panose="02020603050405020304" pitchFamily="18" charset="0"/>
              </a:rPr>
              <a:t>non-smoker</a:t>
            </a:r>
            <a:r>
              <a:rPr lang="en" sz="1600" dirty="0">
                <a:latin typeface="Times New Roman" panose="02020603050405020304" pitchFamily="18" charset="0"/>
                <a:cs typeface="Times New Roman" panose="02020603050405020304" pitchFamily="18" charset="0"/>
              </a:rPr>
              <a:t> .</a:t>
            </a:r>
          </a:p>
          <a:p>
            <a:pPr>
              <a:spcBef>
                <a:spcPts val="1200"/>
              </a:spcBef>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Then sex, smoker, region and new children column are one hot encoded and the baseline level for each variable is dropped to prevent multicollinearity, ensure meaning analysis and interpretation</a:t>
            </a:r>
            <a:r>
              <a:rPr lang="en-US" sz="1600" b="1" dirty="0">
                <a:latin typeface="Times New Roman" panose="02020603050405020304" pitchFamily="18" charset="0"/>
                <a:cs typeface="Times New Roman" panose="02020603050405020304" pitchFamily="18" charset="0"/>
              </a:rPr>
              <a:t> .</a:t>
            </a:r>
            <a:endParaRPr sz="1600" b="1" dirty="0"/>
          </a:p>
          <a:p>
            <a:pPr marL="0" lvl="0" indent="0" algn="l" rtl="0">
              <a:lnSpc>
                <a:spcPct val="105000"/>
              </a:lnSpc>
              <a:spcBef>
                <a:spcPts val="1200"/>
              </a:spcBef>
              <a:spcAft>
                <a:spcPts val="0"/>
              </a:spcAft>
              <a:buNone/>
            </a:pPr>
            <a:endParaRPr sz="1500" dirty="0"/>
          </a:p>
          <a:p>
            <a:pPr marL="457200" lvl="0" indent="0" algn="l" rtl="0">
              <a:lnSpc>
                <a:spcPct val="105000"/>
              </a:lnSpc>
              <a:spcBef>
                <a:spcPts val="1200"/>
              </a:spcBef>
              <a:spcAft>
                <a:spcPts val="1200"/>
              </a:spcAft>
              <a:buNone/>
            </a:pPr>
            <a:endParaRPr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9"/>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 dirty="0"/>
              <a:t>Handling Continuous Features </a:t>
            </a:r>
            <a:endParaRPr dirty="0"/>
          </a:p>
        </p:txBody>
      </p:sp>
      <p:sp>
        <p:nvSpPr>
          <p:cNvPr id="232" name="Google Shape;232;p39"/>
          <p:cNvSpPr txBox="1">
            <a:spLocks noGrp="1"/>
          </p:cNvSpPr>
          <p:nvPr>
            <p:ph idx="4294967295"/>
          </p:nvPr>
        </p:nvSpPr>
        <p:spPr>
          <a:xfrm>
            <a:off x="0" y="863600"/>
            <a:ext cx="9144000" cy="4279900"/>
          </a:xfrm>
          <a:prstGeom prst="rect">
            <a:avLst/>
          </a:prstGeom>
        </p:spPr>
        <p:txBody>
          <a:bodyPr spcFirstLastPara="1" wrap="square" lIns="91425" tIns="45700" rIns="91425" bIns="45700" anchor="ctr" anchorCtr="0">
            <a:noAutofit/>
          </a:bodyPr>
          <a:lstStyle/>
          <a:p>
            <a:pPr marL="0" lvl="0" indent="0" algn="l" rtl="0">
              <a:lnSpc>
                <a:spcPct val="100000"/>
              </a:lnSpc>
              <a:spcBef>
                <a:spcPts val="360"/>
              </a:spcBef>
              <a:spcAft>
                <a:spcPts val="0"/>
              </a:spcAft>
              <a:buNone/>
            </a:pPr>
            <a:endParaRPr sz="1400" dirty="0">
              <a:latin typeface="Arial"/>
              <a:ea typeface="Arial"/>
              <a:cs typeface="Arial"/>
              <a:sym typeface="Arial"/>
            </a:endParaRPr>
          </a:p>
          <a:p>
            <a:pPr marL="457200" lvl="0" indent="-317500" algn="l" rtl="0">
              <a:lnSpc>
                <a:spcPct val="100000"/>
              </a:lnSpc>
              <a:spcBef>
                <a:spcPts val="1200"/>
              </a:spcBef>
              <a:spcAft>
                <a:spcPts val="0"/>
              </a:spcAft>
              <a:buSzPts val="14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T</a:t>
            </a:r>
            <a:r>
              <a:rPr lang="en" sz="2000" dirty="0">
                <a:latin typeface="Times New Roman" panose="02020603050405020304" pitchFamily="18" charset="0"/>
                <a:ea typeface="Arial"/>
                <a:cs typeface="Times New Roman" panose="02020603050405020304" pitchFamily="18" charset="0"/>
                <a:sym typeface="Arial"/>
              </a:rPr>
              <a:t>he </a:t>
            </a:r>
            <a:r>
              <a:rPr lang="en" sz="2000" b="1" dirty="0">
                <a:latin typeface="Times New Roman" panose="02020603050405020304" pitchFamily="18" charset="0"/>
                <a:ea typeface="Arial"/>
                <a:cs typeface="Times New Roman" panose="02020603050405020304" pitchFamily="18" charset="0"/>
                <a:sym typeface="Arial"/>
              </a:rPr>
              <a:t>numeric features </a:t>
            </a:r>
            <a:r>
              <a:rPr lang="en" sz="2000" dirty="0">
                <a:latin typeface="Times New Roman" panose="02020603050405020304" pitchFamily="18" charset="0"/>
                <a:cs typeface="Times New Roman" panose="02020603050405020304" pitchFamily="18" charset="0"/>
              </a:rPr>
              <a:t>(including the </a:t>
            </a:r>
            <a:r>
              <a:rPr lang="en" sz="2000" b="1" dirty="0">
                <a:latin typeface="Times New Roman" panose="02020603050405020304" pitchFamily="18" charset="0"/>
                <a:cs typeface="Times New Roman" panose="02020603050405020304" pitchFamily="18" charset="0"/>
              </a:rPr>
              <a:t>scaled response </a:t>
            </a:r>
            <a:r>
              <a:rPr lang="en" sz="2000" dirty="0">
                <a:latin typeface="Times New Roman" panose="02020603050405020304" pitchFamily="18" charset="0"/>
                <a:cs typeface="Times New Roman" panose="02020603050405020304" pitchFamily="18" charset="0"/>
              </a:rPr>
              <a:t>column</a:t>
            </a:r>
            <a:r>
              <a:rPr lang="en" sz="2000" b="1" dirty="0">
                <a:latin typeface="Times New Roman" panose="02020603050405020304" pitchFamily="18" charset="0"/>
                <a:cs typeface="Times New Roman" panose="02020603050405020304" pitchFamily="18" charset="0"/>
              </a:rPr>
              <a:t>)</a:t>
            </a:r>
            <a:r>
              <a:rPr lang="en" sz="2000" dirty="0">
                <a:latin typeface="Times New Roman" panose="02020603050405020304" pitchFamily="18" charset="0"/>
                <a:ea typeface="Arial"/>
                <a:cs typeface="Times New Roman" panose="02020603050405020304" pitchFamily="18" charset="0"/>
                <a:sym typeface="Arial"/>
              </a:rPr>
              <a:t> are standardized using </a:t>
            </a:r>
            <a:r>
              <a:rPr lang="en" sz="2000" dirty="0">
                <a:latin typeface="Times New Roman" panose="02020603050405020304" pitchFamily="18" charset="0"/>
                <a:ea typeface="Roboto Mono"/>
                <a:cs typeface="Times New Roman" panose="02020603050405020304" pitchFamily="18" charset="0"/>
                <a:sym typeface="Roboto Mono"/>
              </a:rPr>
              <a:t>StandardScaler</a:t>
            </a:r>
            <a:r>
              <a:rPr lang="en" sz="2000" dirty="0">
                <a:latin typeface="Times New Roman" panose="02020603050405020304" pitchFamily="18" charset="0"/>
                <a:ea typeface="Arial"/>
                <a:cs typeface="Times New Roman" panose="02020603050405020304" pitchFamily="18" charset="0"/>
                <a:sym typeface="Arial"/>
              </a:rPr>
              <a:t> from </a:t>
            </a:r>
            <a:r>
              <a:rPr lang="en" sz="2000" dirty="0">
                <a:latin typeface="Times New Roman" panose="02020603050405020304" pitchFamily="18" charset="0"/>
                <a:ea typeface="Roboto Mono"/>
                <a:cs typeface="Times New Roman" panose="02020603050405020304" pitchFamily="18" charset="0"/>
                <a:sym typeface="Roboto Mono"/>
              </a:rPr>
              <a:t>sklearn</a:t>
            </a:r>
            <a:r>
              <a:rPr lang="en" sz="2000" dirty="0">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a:p>
            <a:pPr marL="457200" lvl="0" indent="-317500" algn="l" rtl="0">
              <a:lnSpc>
                <a:spcPct val="100000"/>
              </a:lnSpc>
              <a:spcBef>
                <a:spcPts val="1200"/>
              </a:spcBef>
              <a:spcAft>
                <a:spcPts val="0"/>
              </a:spcAft>
              <a:buSzPts val="14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Standardization transforms numeric features to have a </a:t>
            </a:r>
            <a:r>
              <a:rPr lang="en" sz="2000" b="1" dirty="0">
                <a:latin typeface="Times New Roman" panose="02020603050405020304" pitchFamily="18" charset="0"/>
                <a:cs typeface="Times New Roman" panose="02020603050405020304" pitchFamily="18" charset="0"/>
              </a:rPr>
              <a:t>mean</a:t>
            </a:r>
            <a:r>
              <a:rPr lang="en" sz="2000" dirty="0">
                <a:latin typeface="Times New Roman" panose="02020603050405020304" pitchFamily="18" charset="0"/>
                <a:cs typeface="Times New Roman" panose="02020603050405020304" pitchFamily="18" charset="0"/>
              </a:rPr>
              <a:t> of </a:t>
            </a:r>
            <a:r>
              <a:rPr lang="en" sz="2000" b="1" dirty="0">
                <a:latin typeface="Times New Roman" panose="02020603050405020304" pitchFamily="18" charset="0"/>
                <a:cs typeface="Times New Roman" panose="02020603050405020304" pitchFamily="18" charset="0"/>
              </a:rPr>
              <a:t>0</a:t>
            </a:r>
            <a:r>
              <a:rPr lang="en" sz="2000" dirty="0">
                <a:latin typeface="Times New Roman" panose="02020603050405020304" pitchFamily="18" charset="0"/>
                <a:cs typeface="Times New Roman" panose="02020603050405020304" pitchFamily="18" charset="0"/>
              </a:rPr>
              <a:t> and a </a:t>
            </a:r>
            <a:r>
              <a:rPr lang="en" sz="2000" b="1" dirty="0">
                <a:latin typeface="Times New Roman" panose="02020603050405020304" pitchFamily="18" charset="0"/>
                <a:cs typeface="Times New Roman" panose="02020603050405020304" pitchFamily="18" charset="0"/>
              </a:rPr>
              <a:t>standard deviation</a:t>
            </a:r>
            <a:r>
              <a:rPr lang="en" sz="2000" dirty="0">
                <a:latin typeface="Times New Roman" panose="02020603050405020304" pitchFamily="18" charset="0"/>
                <a:cs typeface="Times New Roman" panose="02020603050405020304" pitchFamily="18" charset="0"/>
              </a:rPr>
              <a:t> of </a:t>
            </a:r>
            <a:r>
              <a:rPr lang="en" sz="2000" b="1" dirty="0">
                <a:latin typeface="Times New Roman" panose="02020603050405020304" pitchFamily="18" charset="0"/>
                <a:cs typeface="Times New Roman" panose="02020603050405020304" pitchFamily="18" charset="0"/>
              </a:rPr>
              <a:t>1</a:t>
            </a:r>
            <a:r>
              <a:rPr lang="en" sz="2000" dirty="0">
                <a:latin typeface="Times New Roman" panose="02020603050405020304" pitchFamily="18" charset="0"/>
                <a:cs typeface="Times New Roman" panose="02020603050405020304" pitchFamily="18" charset="0"/>
              </a:rPr>
              <a:t>, which not only </a:t>
            </a:r>
            <a:r>
              <a:rPr lang="en" sz="2000" b="1" dirty="0">
                <a:latin typeface="Times New Roman" panose="02020603050405020304" pitchFamily="18" charset="0"/>
                <a:cs typeface="Times New Roman" panose="02020603050405020304" pitchFamily="18" charset="0"/>
              </a:rPr>
              <a:t>improves model performance</a:t>
            </a:r>
            <a:r>
              <a:rPr lang="en" sz="2000" dirty="0">
                <a:latin typeface="Times New Roman" panose="02020603050405020304" pitchFamily="18" charset="0"/>
                <a:cs typeface="Times New Roman" panose="02020603050405020304" pitchFamily="18" charset="0"/>
              </a:rPr>
              <a:t> but also allows for </a:t>
            </a:r>
            <a:r>
              <a:rPr lang="en" sz="2000" b="1" dirty="0">
                <a:latin typeface="Times New Roman" panose="02020603050405020304" pitchFamily="18" charset="0"/>
                <a:cs typeface="Times New Roman" panose="02020603050405020304" pitchFamily="18" charset="0"/>
              </a:rPr>
              <a:t>easier interpretation of regression coefficients</a:t>
            </a:r>
            <a:r>
              <a:rPr lang="en" sz="2000" dirty="0">
                <a:latin typeface="Times New Roman" panose="02020603050405020304" pitchFamily="18" charset="0"/>
                <a:cs typeface="Times New Roman" panose="02020603050405020304" pitchFamily="18" charset="0"/>
              </a:rPr>
              <a:t> by putting </a:t>
            </a:r>
            <a:r>
              <a:rPr lang="en" sz="2000" b="1" dirty="0">
                <a:latin typeface="Times New Roman" panose="02020603050405020304" pitchFamily="18" charset="0"/>
                <a:cs typeface="Times New Roman" panose="02020603050405020304" pitchFamily="18" charset="0"/>
              </a:rPr>
              <a:t>all features on a comparable scale</a:t>
            </a:r>
            <a:r>
              <a:rPr lang="en" sz="2000" dirty="0">
                <a:latin typeface="Times New Roman" panose="02020603050405020304" pitchFamily="18" charset="0"/>
                <a:cs typeface="Times New Roman" panose="02020603050405020304" pitchFamily="18" charset="0"/>
              </a:rPr>
              <a:t>.</a:t>
            </a:r>
          </a:p>
          <a:p>
            <a:pPr marL="457200" indent="-317500">
              <a:spcBef>
                <a:spcPts val="1200"/>
              </a:spcBef>
              <a:buSzPts val="14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Our f</a:t>
            </a:r>
            <a:r>
              <a:rPr lang="en-US" sz="2000" dirty="0">
                <a:latin typeface="Times New Roman" panose="02020603050405020304" pitchFamily="18" charset="0"/>
                <a:ea typeface="Arial"/>
                <a:cs typeface="Times New Roman" panose="02020603050405020304" pitchFamily="18" charset="0"/>
                <a:sym typeface="Arial"/>
              </a:rPr>
              <a:t>inal </a:t>
            </a:r>
            <a:r>
              <a:rPr lang="en-US" sz="2000" dirty="0">
                <a:latin typeface="Times New Roman" panose="02020603050405020304" pitchFamily="18" charset="0"/>
                <a:ea typeface="Roboto Mono"/>
                <a:cs typeface="Times New Roman" panose="02020603050405020304" pitchFamily="18" charset="0"/>
                <a:sym typeface="Roboto Mono"/>
              </a:rPr>
              <a:t>X</a:t>
            </a:r>
            <a:r>
              <a:rPr lang="en-US" sz="2000" dirty="0">
                <a:latin typeface="Times New Roman" panose="02020603050405020304" pitchFamily="18" charset="0"/>
                <a:ea typeface="Arial"/>
                <a:cs typeface="Times New Roman" panose="02020603050405020304" pitchFamily="18" charset="0"/>
                <a:sym typeface="Arial"/>
              </a:rPr>
              <a:t> contains scaled numeric features and </a:t>
            </a:r>
            <a:r>
              <a:rPr lang="en-US" sz="2000" dirty="0">
                <a:latin typeface="Times New Roman" panose="02020603050405020304" pitchFamily="18" charset="0"/>
                <a:cs typeface="Times New Roman" panose="02020603050405020304" pitchFamily="18" charset="0"/>
              </a:rPr>
              <a:t>one hot </a:t>
            </a:r>
            <a:r>
              <a:rPr lang="en-US" sz="2000" dirty="0">
                <a:latin typeface="Times New Roman" panose="02020603050405020304" pitchFamily="18" charset="0"/>
                <a:ea typeface="Arial"/>
                <a:cs typeface="Times New Roman" panose="02020603050405020304" pitchFamily="18" charset="0"/>
                <a:sym typeface="Arial"/>
              </a:rPr>
              <a:t>encoded categorical features, ready for modelling</a:t>
            </a:r>
            <a:r>
              <a:rPr lang="en-US" sz="2000" dirty="0">
                <a:latin typeface="Times New Roman" panose="02020603050405020304" pitchFamily="18" charset="0"/>
                <a:cs typeface="Times New Roman" panose="02020603050405020304" pitchFamily="18" charset="0"/>
              </a:rPr>
              <a:t> our final response column.</a:t>
            </a:r>
            <a:endParaRPr sz="2000" dirty="0">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1"/>
          <p:cNvSpPr txBox="1">
            <a:spLocks noGrp="1"/>
          </p:cNvSpPr>
          <p:nvPr>
            <p:ph type="title"/>
          </p:nvPr>
        </p:nvSpPr>
        <p:spPr>
          <a:prstGeom prst="rect">
            <a:avLst/>
          </a:prstGeom>
          <a:ln/>
        </p:spPr>
        <p:style>
          <a:lnRef idx="0">
            <a:schemeClr val="accent1"/>
          </a:lnRef>
          <a:fillRef idx="3">
            <a:schemeClr val="accent1"/>
          </a:fillRef>
          <a:effectRef idx="3">
            <a:schemeClr val="accent1"/>
          </a:effectRef>
          <a:fontRef idx="minor">
            <a:schemeClr val="lt1"/>
          </a:fontRef>
        </p:style>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4400" dirty="0">
                <a:solidFill>
                  <a:schemeClr val="tx1"/>
                </a:solidFill>
                <a:ea typeface="Calibri"/>
                <a:sym typeface="Calibri"/>
              </a:rPr>
              <a:t>Model Building</a:t>
            </a:r>
            <a:endParaRPr dirty="0">
              <a:solidFill>
                <a:schemeClr val="tx1"/>
              </a:solidFill>
            </a:endParaRPr>
          </a:p>
        </p:txBody>
      </p:sp>
      <p:sp>
        <p:nvSpPr>
          <p:cNvPr id="244" name="Google Shape;244;p41"/>
          <p:cNvSpPr txBox="1">
            <a:spLocks noGrp="1"/>
          </p:cNvSpPr>
          <p:nvPr>
            <p:ph idx="4294967295"/>
          </p:nvPr>
        </p:nvSpPr>
        <p:spPr>
          <a:xfrm>
            <a:off x="0" y="1346200"/>
            <a:ext cx="9144000" cy="3879850"/>
          </a:xfrm>
          <a:prstGeom prst="rect">
            <a:avLst/>
          </a:prstGeom>
          <a:noFill/>
          <a:ln>
            <a:noFill/>
          </a:ln>
        </p:spPr>
        <p:txBody>
          <a:bodyPr spcFirstLastPara="1" wrap="square" lIns="91425" tIns="45700" rIns="91425" bIns="45700" anchor="ctr" anchorCtr="0">
            <a:normAutofit fontScale="25000" lnSpcReduction="20000"/>
          </a:bodyPr>
          <a:lstStyle/>
          <a:p>
            <a:pPr lvl="0" algn="just" rtl="0">
              <a:spcBef>
                <a:spcPts val="1200"/>
              </a:spcBef>
              <a:spcAft>
                <a:spcPts val="0"/>
              </a:spcAft>
              <a:buClr>
                <a:schemeClr val="dk1"/>
              </a:buClr>
              <a:buSzPts val="275"/>
              <a:buFont typeface="Wingdings" panose="05000000000000000000" pitchFamily="2" charset="2"/>
              <a:buChar char="q"/>
            </a:pPr>
            <a:r>
              <a:rPr lang="en" sz="8000" b="1" dirty="0">
                <a:solidFill>
                  <a:srgbClr val="92D050"/>
                </a:solidFill>
                <a:latin typeface="Times New Roman" panose="02020603050405020304" pitchFamily="18" charset="0"/>
                <a:ea typeface="Roboto"/>
                <a:cs typeface="Times New Roman" panose="02020603050405020304" pitchFamily="18" charset="0"/>
                <a:sym typeface="Roboto"/>
              </a:rPr>
              <a:t>Fitting the MLR model with transformed response and final predictors</a:t>
            </a:r>
          </a:p>
          <a:p>
            <a:pPr lvl="0" algn="just" rtl="0">
              <a:spcBef>
                <a:spcPts val="1200"/>
              </a:spcBef>
              <a:spcAft>
                <a:spcPts val="0"/>
              </a:spcAft>
              <a:buClr>
                <a:schemeClr val="dk1"/>
              </a:buClr>
              <a:buSzPts val="275"/>
              <a:buFont typeface="Wingdings" panose="05000000000000000000" pitchFamily="2" charset="2"/>
              <a:buChar char="q"/>
            </a:pPr>
            <a:endParaRPr lang="en" sz="7723" b="1" dirty="0">
              <a:latin typeface="Times New Roman" panose="02020603050405020304" pitchFamily="18" charset="0"/>
              <a:ea typeface="Roboto"/>
              <a:cs typeface="Times New Roman" panose="02020603050405020304" pitchFamily="18" charset="0"/>
              <a:sym typeface="Roboto"/>
            </a:endParaRPr>
          </a:p>
          <a:p>
            <a:pPr lvl="0" algn="just" rtl="0">
              <a:spcBef>
                <a:spcPts val="1200"/>
              </a:spcBef>
              <a:spcAft>
                <a:spcPts val="0"/>
              </a:spcAft>
              <a:buClr>
                <a:schemeClr val="dk1"/>
              </a:buClr>
              <a:buSzPts val="275"/>
              <a:buFont typeface="Wingdings" panose="05000000000000000000" pitchFamily="2" charset="2"/>
              <a:buChar char="q"/>
            </a:pPr>
            <a:r>
              <a:rPr lang="en" sz="8000" dirty="0">
                <a:solidFill>
                  <a:srgbClr val="FFC000"/>
                </a:solidFill>
                <a:latin typeface="Times New Roman" panose="02020603050405020304" pitchFamily="18" charset="0"/>
                <a:cs typeface="Times New Roman" panose="02020603050405020304" pitchFamily="18" charset="0"/>
              </a:rPr>
              <a:t>Final predictors</a:t>
            </a:r>
          </a:p>
          <a:p>
            <a:pPr algn="just">
              <a:spcBef>
                <a:spcPts val="1200"/>
              </a:spcBef>
              <a:buClr>
                <a:schemeClr val="dk1"/>
              </a:buClr>
              <a:buSzPts val="275"/>
              <a:buFont typeface="Wingdings" panose="05000000000000000000" pitchFamily="2" charset="2"/>
              <a:buChar char="q"/>
            </a:pPr>
            <a:r>
              <a:rPr lang="en" sz="6400" dirty="0">
                <a:latin typeface="Times New Roman" panose="02020603050405020304" pitchFamily="18" charset="0"/>
                <a:cs typeface="Times New Roman" panose="02020603050405020304" pitchFamily="18" charset="0"/>
              </a:rPr>
              <a:t>The final predictors are given by : Age, BMI, sex_male, smoker_yes, region_northwest, region_southeast,region_southwest,children_category_few_children and children_category_many children</a:t>
            </a:r>
          </a:p>
          <a:p>
            <a:pPr lvl="0" algn="just" rtl="0">
              <a:spcBef>
                <a:spcPts val="1200"/>
              </a:spcBef>
              <a:spcAft>
                <a:spcPts val="0"/>
              </a:spcAft>
              <a:buClr>
                <a:schemeClr val="dk1"/>
              </a:buClr>
              <a:buSzPts val="275"/>
              <a:buFont typeface="Wingdings" panose="05000000000000000000" pitchFamily="2" charset="2"/>
              <a:buChar char="q"/>
            </a:pPr>
            <a:endParaRPr lang="en-IN" sz="7573" dirty="0">
              <a:solidFill>
                <a:srgbClr val="FFC000"/>
              </a:solidFill>
              <a:latin typeface="Times New Roman" panose="02020603050405020304" pitchFamily="18" charset="0"/>
              <a:cs typeface="Times New Roman" panose="02020603050405020304" pitchFamily="18" charset="0"/>
            </a:endParaRPr>
          </a:p>
          <a:p>
            <a:pPr lvl="0" algn="just" rtl="0">
              <a:spcBef>
                <a:spcPts val="1200"/>
              </a:spcBef>
              <a:spcAft>
                <a:spcPts val="0"/>
              </a:spcAft>
              <a:buClr>
                <a:schemeClr val="dk1"/>
              </a:buClr>
              <a:buSzPts val="275"/>
              <a:buFont typeface="Wingdings" panose="05000000000000000000" pitchFamily="2" charset="2"/>
              <a:buChar char="q"/>
            </a:pPr>
            <a:r>
              <a:rPr lang="en-IN" sz="8000" dirty="0">
                <a:solidFill>
                  <a:srgbClr val="FFC000"/>
                </a:solidFill>
                <a:latin typeface="Times New Roman" panose="02020603050405020304" pitchFamily="18" charset="0"/>
                <a:cs typeface="Times New Roman" panose="02020603050405020304" pitchFamily="18" charset="0"/>
              </a:rPr>
              <a:t>Final response</a:t>
            </a:r>
          </a:p>
          <a:p>
            <a:pPr lvl="0" algn="just" rtl="0">
              <a:spcBef>
                <a:spcPts val="1200"/>
              </a:spcBef>
              <a:spcAft>
                <a:spcPts val="0"/>
              </a:spcAft>
              <a:buClr>
                <a:schemeClr val="dk1"/>
              </a:buClr>
              <a:buSzPts val="275"/>
              <a:buFont typeface="Wingdings" panose="05000000000000000000" pitchFamily="2" charset="2"/>
              <a:buChar char="q"/>
            </a:pPr>
            <a:r>
              <a:rPr lang="en-US" sz="6400" dirty="0">
                <a:latin typeface="Times New Roman" panose="02020603050405020304" pitchFamily="18" charset="0"/>
                <a:cs typeface="Times New Roman" panose="02020603050405020304" pitchFamily="18" charset="0"/>
              </a:rPr>
              <a:t>Transformed &amp; scaled ‘charge’ variable</a:t>
            </a:r>
          </a:p>
          <a:p>
            <a:pPr lvl="0" algn="just" rtl="0">
              <a:spcBef>
                <a:spcPts val="1200"/>
              </a:spcBef>
              <a:spcAft>
                <a:spcPts val="0"/>
              </a:spcAft>
              <a:buFont typeface="Wingdings" panose="05000000000000000000" pitchFamily="2" charset="2"/>
              <a:buChar char="q"/>
            </a:pPr>
            <a:endParaRPr dirty="0"/>
          </a:p>
          <a:p>
            <a:pPr marL="457200" lvl="0" indent="0" algn="just" rtl="0">
              <a:spcBef>
                <a:spcPts val="1200"/>
              </a:spcBef>
              <a:spcAft>
                <a:spcPts val="0"/>
              </a:spcAft>
              <a:buNone/>
            </a:pPr>
            <a:endParaRPr b="1" dirty="0"/>
          </a:p>
          <a:p>
            <a:pPr marL="457200" lvl="0" indent="0" algn="l" rtl="0">
              <a:spcBef>
                <a:spcPts val="1200"/>
              </a:spcBef>
              <a:spcAft>
                <a:spcPts val="0"/>
              </a:spcAft>
              <a:buNone/>
            </a:pPr>
            <a:endParaRPr b="1" dirty="0"/>
          </a:p>
          <a:p>
            <a:pPr marL="45720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2"/>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Model Description</a:t>
            </a:r>
            <a:endParaRPr dirty="0"/>
          </a:p>
        </p:txBody>
      </p:sp>
      <p:pic>
        <p:nvPicPr>
          <p:cNvPr id="251" name="Google Shape;251;p42"/>
          <p:cNvPicPr preferRelativeResize="0"/>
          <p:nvPr/>
        </p:nvPicPr>
        <p:blipFill>
          <a:blip r:embed="rId3">
            <a:alphaModFix/>
          </a:blip>
          <a:stretch>
            <a:fillRect/>
          </a:stretch>
        </p:blipFill>
        <p:spPr>
          <a:xfrm>
            <a:off x="0" y="857250"/>
            <a:ext cx="9144000" cy="4286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3"/>
          <p:cNvSpPr txBox="1">
            <a:spLocks noGrp="1"/>
          </p:cNvSpPr>
          <p:nvPr>
            <p:ph type="title"/>
          </p:nvPr>
        </p:nvSpPr>
        <p:spPr>
          <a:prstGeom prst="rect">
            <a:avLst/>
          </a:prstGeom>
        </p:spPr>
        <p:txBody>
          <a:bodyPr spcFirstLastPara="1" wrap="square" lIns="91425" tIns="45700" rIns="91425" bIns="45700" anchor="ctr" anchorCtr="0">
            <a:normAutofit/>
          </a:bodyPr>
          <a:lstStyle/>
          <a:p>
            <a:pPr marL="114300" lvl="0" rtl="0">
              <a:spcBef>
                <a:spcPts val="0"/>
              </a:spcBef>
              <a:spcAft>
                <a:spcPts val="0"/>
              </a:spcAft>
              <a:buSzPts val="1800"/>
            </a:pPr>
            <a:r>
              <a:rPr lang="en" dirty="0"/>
              <a:t>Assumptions of MLRM</a:t>
            </a:r>
            <a:endParaRPr lang="en-US" dirty="0"/>
          </a:p>
        </p:txBody>
      </p:sp>
      <p:sp>
        <p:nvSpPr>
          <p:cNvPr id="257" name="Google Shape;257;p43"/>
          <p:cNvSpPr txBox="1">
            <a:spLocks noGrp="1"/>
          </p:cNvSpPr>
          <p:nvPr>
            <p:ph idx="4294967295"/>
          </p:nvPr>
        </p:nvSpPr>
        <p:spPr>
          <a:xfrm>
            <a:off x="0" y="844550"/>
            <a:ext cx="9144000" cy="4298950"/>
          </a:xfrm>
          <a:prstGeom prst="rect">
            <a:avLst/>
          </a:prstGeom>
        </p:spPr>
        <p:txBody>
          <a:bodyPr spcFirstLastPara="1" wrap="square" lIns="91425" tIns="45700" rIns="91425" bIns="45700" anchor="t" anchorCtr="0">
            <a:noAutofit/>
          </a:bodyPr>
          <a:lstStyle/>
          <a:p>
            <a:pPr marL="457200" lvl="0" indent="-311150" algn="l" rtl="0">
              <a:lnSpc>
                <a:spcPct val="100000"/>
              </a:lnSpc>
              <a:spcBef>
                <a:spcPts val="360"/>
              </a:spcBef>
              <a:spcAft>
                <a:spcPts val="0"/>
              </a:spcAft>
              <a:buClr>
                <a:schemeClr val="dk1"/>
              </a:buClr>
              <a:buSzPts val="130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Linearity</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relationship between the independent variables and the dependent variable is linear.</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457200" lvl="0" indent="-311150" algn="l" rtl="0">
              <a:lnSpc>
                <a:spcPct val="100000"/>
              </a:lnSpc>
              <a:spcBef>
                <a:spcPts val="0"/>
              </a:spcBef>
              <a:spcAft>
                <a:spcPts val="0"/>
              </a:spcAft>
              <a:buClr>
                <a:schemeClr val="dk1"/>
              </a:buClr>
              <a:buSzPts val="130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Independence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errors are independent. This implies no autocorrelation.</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457200" lvl="0" indent="-311150" algn="l" rtl="0">
              <a:lnSpc>
                <a:spcPct val="100000"/>
              </a:lnSpc>
              <a:spcBef>
                <a:spcPts val="0"/>
              </a:spcBef>
              <a:spcAft>
                <a:spcPts val="0"/>
              </a:spcAft>
              <a:buClr>
                <a:schemeClr val="dk1"/>
              </a:buClr>
              <a:buSzPts val="130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Homoscedasticity</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residuals have constant variance across all levels of the independent variables (i.e., no heteroscedasticity).</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457200" lvl="0" indent="-311150" algn="l" rtl="0">
              <a:lnSpc>
                <a:spcPct val="100000"/>
              </a:lnSpc>
              <a:spcBef>
                <a:spcPts val="0"/>
              </a:spcBef>
              <a:spcAft>
                <a:spcPts val="0"/>
              </a:spcAft>
              <a:buClr>
                <a:schemeClr val="dk1"/>
              </a:buClr>
              <a:buSzPts val="130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Normality of Errors</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errors are normally distributed. This is important for valid hypothesis testing and confidence intervals.</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457200" lvl="0" indent="-311150" algn="l" rtl="0">
              <a:lnSpc>
                <a:spcPct val="100000"/>
              </a:lnSpc>
              <a:spcBef>
                <a:spcPts val="0"/>
              </a:spcBef>
              <a:spcAft>
                <a:spcPts val="0"/>
              </a:spcAft>
              <a:buClr>
                <a:schemeClr val="dk1"/>
              </a:buClr>
              <a:buSzPts val="130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No Multicollinearity</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independent variables are not highly correlated with each other. High multicollinearity can inflate standard errors and make estimates unreliable.</a:t>
            </a:r>
          </a:p>
          <a:p>
            <a:pPr marL="0" lvl="0" indent="0" algn="l" rtl="0">
              <a:spcBef>
                <a:spcPts val="1200"/>
              </a:spcBef>
              <a:spcAft>
                <a:spcPts val="1200"/>
              </a:spcAft>
              <a:buNone/>
            </a:pP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4"/>
          <p:cNvSpPr txBox="1">
            <a:spLocks noGrp="1"/>
          </p:cNvSpPr>
          <p:nvPr>
            <p:ph type="title"/>
          </p:nvPr>
        </p:nvSpPr>
        <p:spPr>
          <a:xfrm>
            <a:off x="0" y="0"/>
            <a:ext cx="9144000" cy="889000"/>
          </a:xfrm>
          <a:prstGeom prst="rect">
            <a:avLst/>
          </a:prstGeom>
        </p:spPr>
        <p:txBody>
          <a:bodyPr spcFirstLastPara="1" wrap="square" lIns="91425" tIns="45700" rIns="91425" bIns="45700" anchor="ctr" anchorCtr="0">
            <a:normAutofit/>
          </a:bodyPr>
          <a:lstStyle/>
          <a:p>
            <a:pPr marL="0" lvl="0" indent="0" rtl="0">
              <a:lnSpc>
                <a:spcPct val="115000"/>
              </a:lnSpc>
              <a:spcBef>
                <a:spcPts val="1200"/>
              </a:spcBef>
              <a:spcAft>
                <a:spcPts val="0"/>
              </a:spcAft>
              <a:buClr>
                <a:schemeClr val="dk1"/>
              </a:buClr>
              <a:buSzPct val="56410"/>
              <a:buFont typeface="Arial"/>
              <a:buNone/>
            </a:pPr>
            <a:r>
              <a:rPr lang="en-US" sz="2800" dirty="0">
                <a:solidFill>
                  <a:schemeClr val="tx1"/>
                </a:solidFill>
                <a:ea typeface="Roboto"/>
                <a:sym typeface="Roboto"/>
              </a:rPr>
              <a:t>Initial Model Building </a:t>
            </a:r>
          </a:p>
          <a:p>
            <a:pPr marL="0" lvl="0" indent="0" algn="ctr" rtl="0">
              <a:spcBef>
                <a:spcPts val="1200"/>
              </a:spcBef>
              <a:spcAft>
                <a:spcPts val="0"/>
              </a:spcAft>
              <a:buNone/>
            </a:pPr>
            <a:endParaRPr dirty="0"/>
          </a:p>
        </p:txBody>
      </p:sp>
      <p:sp>
        <p:nvSpPr>
          <p:cNvPr id="263" name="Google Shape;263;p44"/>
          <p:cNvSpPr txBox="1">
            <a:spLocks noGrp="1"/>
          </p:cNvSpPr>
          <p:nvPr>
            <p:ph idx="4294967295"/>
          </p:nvPr>
        </p:nvSpPr>
        <p:spPr>
          <a:xfrm>
            <a:off x="0" y="876300"/>
            <a:ext cx="9144000" cy="419735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Initially fitted MLR model on entire data to assess the HAT Matrix for finding out Leverage Points(points having unusual X coordinate).</a:t>
            </a: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Found three Leverage Points, now proceeded for checking possible influential points in the entire dataset using Cook D.</a:t>
            </a:r>
            <a:endParaRPr sz="2000" dirty="0">
              <a:latin typeface="Times New Roman" panose="02020603050405020304" pitchFamily="18" charset="0"/>
              <a:cs typeface="Times New Roman" panose="02020603050405020304" pitchFamily="18" charset="0"/>
            </a:endParaRPr>
          </a:p>
          <a:p>
            <a:pPr lvl="0" algn="l" rtl="0">
              <a:spcBef>
                <a:spcPts val="1200"/>
              </a:spcBef>
              <a:spcAft>
                <a:spcPts val="0"/>
              </a:spcAft>
              <a:buFont typeface="Wingdings" panose="05000000000000000000" pitchFamily="2" charset="2"/>
              <a:buChar char="q"/>
            </a:pPr>
            <a:endParaRPr sz="1800" dirty="0">
              <a:latin typeface="Times New Roman" panose="02020603050405020304" pitchFamily="18" charset="0"/>
              <a:cs typeface="Times New Roman" panose="02020603050405020304" pitchFamily="18" charset="0"/>
            </a:endParaRPr>
          </a:p>
          <a:p>
            <a:pPr marL="457200" lvl="0" indent="-342900" algn="l" rtl="0">
              <a:spcBef>
                <a:spcPts val="120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Cook Distance :</a:t>
            </a:r>
            <a:endParaRPr sz="2000" dirty="0">
              <a:latin typeface="Times New Roman" panose="02020603050405020304" pitchFamily="18" charset="0"/>
              <a:cs typeface="Times New Roman" panose="02020603050405020304" pitchFamily="18" charset="0"/>
            </a:endParaRPr>
          </a:p>
          <a:p>
            <a:pPr marL="742950" lvl="0" indent="-285750" algn="l" rtl="0">
              <a:spcBef>
                <a:spcPts val="1200"/>
              </a:spcBef>
              <a:spcAft>
                <a:spcPts val="0"/>
              </a:spcAft>
              <a:buFont typeface="Wingdings" panose="05000000000000000000" pitchFamily="2" charset="2"/>
              <a:buChar char="q"/>
            </a:pPr>
            <a:endParaRPr sz="2000" dirty="0">
              <a:latin typeface="Times New Roman" panose="02020603050405020304" pitchFamily="18" charset="0"/>
              <a:cs typeface="Times New Roman" panose="02020603050405020304" pitchFamily="18" charset="0"/>
            </a:endParaRPr>
          </a:p>
          <a:p>
            <a:pPr marL="457200" lvl="0" indent="-342900" algn="l" rtl="0">
              <a:spcBef>
                <a:spcPts val="120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Where       is the studentized or Standardized residuals.</a:t>
            </a:r>
            <a:endParaRPr sz="2000" dirty="0">
              <a:latin typeface="Times New Roman" panose="02020603050405020304" pitchFamily="18" charset="0"/>
              <a:cs typeface="Times New Roman" panose="02020603050405020304" pitchFamily="18" charset="0"/>
            </a:endParaRPr>
          </a:p>
        </p:txBody>
      </p:sp>
      <p:pic>
        <p:nvPicPr>
          <p:cNvPr id="264" name="Google Shape;264;p44"/>
          <p:cNvPicPr preferRelativeResize="0"/>
          <p:nvPr/>
        </p:nvPicPr>
        <p:blipFill rotWithShape="1">
          <a:blip r:embed="rId3">
            <a:alphaModFix/>
          </a:blip>
          <a:srcRect l="-3350" t="-10090" r="3349" b="10090"/>
          <a:stretch/>
        </p:blipFill>
        <p:spPr>
          <a:xfrm>
            <a:off x="2127750" y="2448000"/>
            <a:ext cx="2419875" cy="1003300"/>
          </a:xfrm>
          <a:prstGeom prst="rect">
            <a:avLst/>
          </a:prstGeom>
          <a:noFill/>
          <a:ln>
            <a:noFill/>
          </a:ln>
        </p:spPr>
      </p:pic>
      <p:pic>
        <p:nvPicPr>
          <p:cNvPr id="265" name="Google Shape;265;p44"/>
          <p:cNvPicPr preferRelativeResize="0"/>
          <p:nvPr/>
        </p:nvPicPr>
        <p:blipFill>
          <a:blip r:embed="rId4">
            <a:alphaModFix/>
          </a:blip>
          <a:stretch>
            <a:fillRect/>
          </a:stretch>
        </p:blipFill>
        <p:spPr>
          <a:xfrm>
            <a:off x="1267100" y="3697200"/>
            <a:ext cx="343725" cy="333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1" name="Google Shape;271;p45"/>
          <p:cNvSpPr txBox="1">
            <a:spLocks noGrp="1"/>
          </p:cNvSpPr>
          <p:nvPr>
            <p:ph idx="4294967295"/>
          </p:nvPr>
        </p:nvSpPr>
        <p:spPr>
          <a:xfrm>
            <a:off x="0" y="206375"/>
            <a:ext cx="8229600" cy="438785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Font typeface="Wingdings" panose="05000000000000000000" pitchFamily="2" charset="2"/>
              <a:buChar char="q"/>
            </a:pPr>
            <a:r>
              <a:rPr lang="en" sz="1600" dirty="0">
                <a:latin typeface="Times New Roman" panose="02020603050405020304" pitchFamily="18" charset="0"/>
                <a:cs typeface="Times New Roman" panose="02020603050405020304" pitchFamily="18" charset="0"/>
              </a:rPr>
              <a:t>      is the Leverage of observation i (from the Hat Matrix).</a:t>
            </a:r>
          </a:p>
          <a:p>
            <a:pPr marL="114300" lvl="0" indent="0" algn="l" rtl="0">
              <a:spcBef>
                <a:spcPts val="360"/>
              </a:spcBef>
              <a:spcAft>
                <a:spcPts val="0"/>
              </a:spcAft>
              <a:buSzPts val="1800"/>
              <a:buNone/>
            </a:pPr>
            <a:endParaRPr sz="16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1600" dirty="0">
                <a:latin typeface="Times New Roman" panose="02020603050405020304" pitchFamily="18" charset="0"/>
                <a:cs typeface="Times New Roman" panose="02020603050405020304" pitchFamily="18" charset="0"/>
              </a:rPr>
              <a:t>p is the number of parameters(including intercept).</a:t>
            </a:r>
            <a:endParaRPr sz="1600" dirty="0">
              <a:latin typeface="Times New Roman" panose="02020603050405020304" pitchFamily="18" charset="0"/>
              <a:cs typeface="Times New Roman" panose="02020603050405020304" pitchFamily="18" charset="0"/>
            </a:endParaRPr>
          </a:p>
          <a:p>
            <a:pPr marL="457200" lvl="0" indent="-342900" algn="l" rtl="0">
              <a:spcBef>
                <a:spcPts val="1200"/>
              </a:spcBef>
              <a:spcAft>
                <a:spcPts val="0"/>
              </a:spcAft>
              <a:buSzPts val="1800"/>
              <a:buFont typeface="Wingdings" panose="05000000000000000000" pitchFamily="2" charset="2"/>
              <a:buChar char="q"/>
            </a:pPr>
            <a:r>
              <a:rPr lang="en" sz="2000" b="1" dirty="0">
                <a:solidFill>
                  <a:srgbClr val="92D050"/>
                </a:solidFill>
                <a:latin typeface="Times New Roman" panose="02020603050405020304" pitchFamily="18" charset="0"/>
                <a:cs typeface="Times New Roman" panose="02020603050405020304" pitchFamily="18" charset="0"/>
              </a:rPr>
              <a:t>Rule Of Thumb :</a:t>
            </a:r>
            <a:r>
              <a:rPr lang="en" sz="1600" b="1" dirty="0">
                <a:solidFill>
                  <a:srgbClr val="92D050"/>
                </a:solidFill>
                <a:latin typeface="Times New Roman" panose="02020603050405020304" pitchFamily="18" charset="0"/>
                <a:cs typeface="Times New Roman" panose="02020603050405020304" pitchFamily="18" charset="0"/>
              </a:rPr>
              <a:t> </a:t>
            </a:r>
            <a:r>
              <a:rPr lang="en" sz="1600" dirty="0">
                <a:latin typeface="Times New Roman" panose="02020603050405020304" pitchFamily="18" charset="0"/>
                <a:cs typeface="Times New Roman" panose="02020603050405020304" pitchFamily="18" charset="0"/>
              </a:rPr>
              <a:t>We consider a point as influential point if           &gt;1</a:t>
            </a:r>
            <a:endParaRPr sz="16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1600" dirty="0">
                <a:latin typeface="Times New Roman" panose="02020603050405020304" pitchFamily="18" charset="0"/>
                <a:cs typeface="Times New Roman" panose="02020603050405020304" pitchFamily="18" charset="0"/>
              </a:rPr>
              <a:t> For the entire dataset we got all the          &lt; 0.02&lt;&lt;1 so no influential points</a:t>
            </a:r>
            <a:r>
              <a:rPr lang="en" dirty="0"/>
              <a:t>.</a:t>
            </a: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pic>
        <p:nvPicPr>
          <p:cNvPr id="272" name="Google Shape;272;p45"/>
          <p:cNvPicPr preferRelativeResize="0"/>
          <p:nvPr/>
        </p:nvPicPr>
        <p:blipFill>
          <a:blip r:embed="rId3">
            <a:alphaModFix/>
          </a:blip>
          <a:stretch>
            <a:fillRect/>
          </a:stretch>
        </p:blipFill>
        <p:spPr>
          <a:xfrm>
            <a:off x="445650" y="282175"/>
            <a:ext cx="394350" cy="315425"/>
          </a:xfrm>
          <a:prstGeom prst="rect">
            <a:avLst/>
          </a:prstGeom>
          <a:noFill/>
          <a:ln>
            <a:noFill/>
          </a:ln>
        </p:spPr>
      </p:pic>
      <p:pic>
        <p:nvPicPr>
          <p:cNvPr id="273" name="Google Shape;273;p45"/>
          <p:cNvPicPr preferRelativeResize="0"/>
          <p:nvPr/>
        </p:nvPicPr>
        <p:blipFill>
          <a:blip r:embed="rId4">
            <a:alphaModFix/>
          </a:blip>
          <a:stretch>
            <a:fillRect/>
          </a:stretch>
        </p:blipFill>
        <p:spPr>
          <a:xfrm>
            <a:off x="5898125" y="1255650"/>
            <a:ext cx="444000" cy="356100"/>
          </a:xfrm>
          <a:prstGeom prst="rect">
            <a:avLst/>
          </a:prstGeom>
          <a:noFill/>
          <a:ln>
            <a:noFill/>
          </a:ln>
        </p:spPr>
      </p:pic>
      <p:pic>
        <p:nvPicPr>
          <p:cNvPr id="274" name="Google Shape;274;p45"/>
          <p:cNvPicPr preferRelativeResize="0"/>
          <p:nvPr/>
        </p:nvPicPr>
        <p:blipFill>
          <a:blip r:embed="rId5">
            <a:alphaModFix/>
          </a:blip>
          <a:stretch>
            <a:fillRect/>
          </a:stretch>
        </p:blipFill>
        <p:spPr>
          <a:xfrm>
            <a:off x="0" y="2235201"/>
            <a:ext cx="9144000" cy="2908300"/>
          </a:xfrm>
          <a:prstGeom prst="rect">
            <a:avLst/>
          </a:prstGeom>
          <a:noFill/>
          <a:ln>
            <a:noFill/>
          </a:ln>
        </p:spPr>
      </p:pic>
      <p:pic>
        <p:nvPicPr>
          <p:cNvPr id="275" name="Google Shape;275;p45"/>
          <p:cNvPicPr preferRelativeResize="0"/>
          <p:nvPr/>
        </p:nvPicPr>
        <p:blipFill>
          <a:blip r:embed="rId4">
            <a:alphaModFix/>
          </a:blip>
          <a:stretch>
            <a:fillRect/>
          </a:stretch>
        </p:blipFill>
        <p:spPr>
          <a:xfrm>
            <a:off x="3477225" y="1541900"/>
            <a:ext cx="444000" cy="356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1" name="Google Shape;281;p46"/>
          <p:cNvSpPr txBox="1">
            <a:spLocks noGrp="1"/>
          </p:cNvSpPr>
          <p:nvPr>
            <p:ph idx="4294967295"/>
          </p:nvPr>
        </p:nvSpPr>
        <p:spPr>
          <a:xfrm>
            <a:off x="0" y="206375"/>
            <a:ext cx="8229600" cy="4387850"/>
          </a:xfrm>
          <a:prstGeom prst="rect">
            <a:avLst/>
          </a:prstGeom>
        </p:spPr>
        <p:txBody>
          <a:bodyPr spcFirstLastPara="1" wrap="square" lIns="91425" tIns="45700" rIns="91425" bIns="45700" anchor="ctr" anchorCtr="0">
            <a:normAutofit/>
          </a:bodyPr>
          <a:lstStyle/>
          <a:p>
            <a:pPr marL="457200" lvl="0" indent="-336550" algn="l" rtl="0">
              <a:lnSpc>
                <a:spcPct val="100000"/>
              </a:lnSpc>
              <a:spcBef>
                <a:spcPts val="360"/>
              </a:spcBef>
              <a:spcAft>
                <a:spcPts val="0"/>
              </a:spcAft>
              <a:buClr>
                <a:schemeClr val="dk1"/>
              </a:buClr>
              <a:buSzPts val="17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The dataset is splitted into </a:t>
            </a:r>
            <a:r>
              <a:rPr lang="en" sz="2000" b="1" dirty="0">
                <a:latin typeface="Times New Roman" panose="02020603050405020304" pitchFamily="18" charset="0"/>
                <a:cs typeface="Times New Roman" panose="02020603050405020304" pitchFamily="18" charset="0"/>
              </a:rPr>
              <a:t>training (80%)</a:t>
            </a:r>
            <a:r>
              <a:rPr lang="en" sz="2000" dirty="0">
                <a:latin typeface="Times New Roman" panose="02020603050405020304" pitchFamily="18" charset="0"/>
                <a:cs typeface="Times New Roman" panose="02020603050405020304" pitchFamily="18" charset="0"/>
              </a:rPr>
              <a:t> and </a:t>
            </a:r>
            <a:r>
              <a:rPr lang="en" sz="2000" b="1" dirty="0">
                <a:latin typeface="Times New Roman" panose="02020603050405020304" pitchFamily="18" charset="0"/>
                <a:cs typeface="Times New Roman" panose="02020603050405020304" pitchFamily="18" charset="0"/>
              </a:rPr>
              <a:t>testing (20%)</a:t>
            </a:r>
            <a:r>
              <a:rPr lang="en" sz="2000" dirty="0">
                <a:latin typeface="Times New Roman" panose="02020603050405020304" pitchFamily="18" charset="0"/>
                <a:cs typeface="Times New Roman" panose="02020603050405020304" pitchFamily="18" charset="0"/>
              </a:rPr>
              <a:t> sets with a fixed random state for reproducibility.</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457200" lvl="0" indent="-336550" algn="l" rtl="0">
              <a:spcBef>
                <a:spcPts val="0"/>
              </a:spcBef>
              <a:spcAft>
                <a:spcPts val="0"/>
              </a:spcAft>
              <a:buSzPts val="17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A </a:t>
            </a:r>
            <a:r>
              <a:rPr lang="en" sz="2000" b="1" dirty="0">
                <a:latin typeface="Times New Roman" panose="02020603050405020304" pitchFamily="18" charset="0"/>
                <a:cs typeface="Times New Roman" panose="02020603050405020304" pitchFamily="18" charset="0"/>
              </a:rPr>
              <a:t>constant 1 vector</a:t>
            </a:r>
            <a:r>
              <a:rPr lang="en" sz="2000" dirty="0">
                <a:latin typeface="Times New Roman" panose="02020603050405020304" pitchFamily="18" charset="0"/>
                <a:cs typeface="Times New Roman" panose="02020603050405020304" pitchFamily="18" charset="0"/>
              </a:rPr>
              <a:t> is added to </a:t>
            </a:r>
            <a:r>
              <a:rPr lang="en" sz="2000" dirty="0">
                <a:latin typeface="Times New Roman" panose="02020603050405020304" pitchFamily="18" charset="0"/>
                <a:ea typeface="Roboto Mono"/>
                <a:cs typeface="Times New Roman" panose="02020603050405020304" pitchFamily="18" charset="0"/>
                <a:sym typeface="Roboto Mono"/>
              </a:rPr>
              <a:t>X_train</a:t>
            </a:r>
            <a:r>
              <a:rPr lang="en" sz="2000" dirty="0">
                <a:latin typeface="Times New Roman" panose="02020603050405020304" pitchFamily="18" charset="0"/>
                <a:cs typeface="Times New Roman" panose="02020603050405020304" pitchFamily="18" charset="0"/>
              </a:rPr>
              <a:t> to include the intercept in the regression model.</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457200" lvl="0" indent="-336550" algn="l" rtl="0">
              <a:spcBef>
                <a:spcPts val="0"/>
              </a:spcBef>
              <a:spcAft>
                <a:spcPts val="0"/>
              </a:spcAft>
              <a:buClr>
                <a:schemeClr val="dk1"/>
              </a:buClr>
              <a:buSzPts val="17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An </a:t>
            </a:r>
            <a:r>
              <a:rPr lang="en" sz="2000" b="1" dirty="0">
                <a:latin typeface="Times New Roman" panose="02020603050405020304" pitchFamily="18" charset="0"/>
                <a:cs typeface="Times New Roman" panose="02020603050405020304" pitchFamily="18" charset="0"/>
              </a:rPr>
              <a:t>OLS regression model</a:t>
            </a:r>
            <a:r>
              <a:rPr lang="en" sz="2000" dirty="0">
                <a:latin typeface="Times New Roman" panose="02020603050405020304" pitchFamily="18" charset="0"/>
                <a:cs typeface="Times New Roman" panose="02020603050405020304" pitchFamily="18" charset="0"/>
              </a:rPr>
              <a:t> is fitted using the training data.</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457200" lvl="0" indent="-336550" algn="l" rtl="0">
              <a:spcBef>
                <a:spcPts val="0"/>
              </a:spcBef>
              <a:spcAft>
                <a:spcPts val="0"/>
              </a:spcAft>
              <a:buClr>
                <a:schemeClr val="dk1"/>
              </a:buClr>
              <a:buSzPts val="17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The model is trained to </a:t>
            </a:r>
            <a:r>
              <a:rPr lang="en" sz="2000" b="1" dirty="0">
                <a:latin typeface="Times New Roman" panose="02020603050405020304" pitchFamily="18" charset="0"/>
                <a:cs typeface="Times New Roman" panose="02020603050405020304" pitchFamily="18" charset="0"/>
              </a:rPr>
              <a:t>minimize the sum of squared errors</a:t>
            </a:r>
            <a:r>
              <a:rPr lang="en" sz="2000" dirty="0">
                <a:latin typeface="Times New Roman" panose="02020603050405020304" pitchFamily="18" charset="0"/>
                <a:cs typeface="Times New Roman" panose="02020603050405020304" pitchFamily="18" charset="0"/>
              </a:rPr>
              <a:t>.</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457200" lvl="0" indent="-336550" algn="l" rtl="0">
              <a:spcBef>
                <a:spcPts val="0"/>
              </a:spcBef>
              <a:spcAft>
                <a:spcPts val="0"/>
              </a:spcAft>
              <a:buClr>
                <a:schemeClr val="dk1"/>
              </a:buClr>
              <a:buSzPts val="17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The key metrics are  displayed  like </a:t>
            </a:r>
            <a:r>
              <a:rPr lang="en" sz="2000" b="1" dirty="0">
                <a:latin typeface="Times New Roman" panose="02020603050405020304" pitchFamily="18" charset="0"/>
                <a:cs typeface="Times New Roman" panose="02020603050405020304" pitchFamily="18" charset="0"/>
              </a:rPr>
              <a:t>coefficients</a:t>
            </a:r>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R-squared</a:t>
            </a:r>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p-values</a:t>
            </a:r>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confidence intervals etc</a:t>
            </a:r>
            <a:r>
              <a:rPr lang="en" sz="2000" dirty="0">
                <a:latin typeface="Times New Roman" panose="02020603050405020304" pitchFamily="18" charset="0"/>
                <a:cs typeface="Times New Roman" panose="02020603050405020304" pitchFamily="18" charset="0"/>
              </a:rPr>
              <a:t> for model evaluation.</a:t>
            </a:r>
            <a:endParaRPr sz="2000" dirty="0">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7" name="Google Shape;287;p47"/>
          <p:cNvSpPr txBox="1">
            <a:spLocks noGrp="1"/>
          </p:cNvSpPr>
          <p:nvPr>
            <p:ph idx="4294967295"/>
          </p:nvPr>
        </p:nvSpPr>
        <p:spPr>
          <a:xfrm>
            <a:off x="0" y="206375"/>
            <a:ext cx="9144000" cy="4937125"/>
          </a:xfrm>
          <a:prstGeom prst="rect">
            <a:avLst/>
          </a:prstGeom>
        </p:spPr>
        <p:txBody>
          <a:bodyPr spcFirstLastPara="1" wrap="square" lIns="91425" tIns="45700" rIns="91425" bIns="45700" anchor="ctr" anchorCtr="0">
            <a:normAutofit fontScale="62500" lnSpcReduction="20000"/>
          </a:bodyPr>
          <a:lstStyle/>
          <a:p>
            <a:pPr lvl="0" algn="l" rtl="0">
              <a:spcBef>
                <a:spcPts val="360"/>
              </a:spcBef>
              <a:spcAft>
                <a:spcPts val="0"/>
              </a:spcAft>
              <a:buClr>
                <a:schemeClr val="dk1"/>
              </a:buClr>
              <a:buSzPts val="1100"/>
              <a:buFont typeface="Wingdings" panose="05000000000000000000" pitchFamily="2" charset="2"/>
              <a:buChar char="q"/>
            </a:pPr>
            <a:r>
              <a:rPr lang="en" sz="2900" dirty="0">
                <a:latin typeface="Times New Roman" panose="02020603050405020304" pitchFamily="18" charset="0"/>
                <a:cs typeface="Times New Roman" panose="02020603050405020304" pitchFamily="18" charset="0"/>
              </a:rPr>
              <a:t>Also added a </a:t>
            </a:r>
            <a:r>
              <a:rPr lang="en" sz="2900" b="1" dirty="0">
                <a:latin typeface="Times New Roman" panose="02020603050405020304" pitchFamily="18" charset="0"/>
                <a:cs typeface="Times New Roman" panose="02020603050405020304" pitchFamily="18" charset="0"/>
              </a:rPr>
              <a:t>constant</a:t>
            </a:r>
            <a:r>
              <a:rPr lang="en" sz="2900" dirty="0">
                <a:latin typeface="Times New Roman" panose="02020603050405020304" pitchFamily="18" charset="0"/>
                <a:cs typeface="Times New Roman" panose="02020603050405020304" pitchFamily="18" charset="0"/>
              </a:rPr>
              <a:t> </a:t>
            </a:r>
            <a:r>
              <a:rPr lang="en" sz="2900" b="1" dirty="0">
                <a:latin typeface="Times New Roman" panose="02020603050405020304" pitchFamily="18" charset="0"/>
                <a:cs typeface="Times New Roman" panose="02020603050405020304" pitchFamily="18" charset="0"/>
              </a:rPr>
              <a:t> 1 </a:t>
            </a:r>
            <a:r>
              <a:rPr lang="en" sz="2900" dirty="0">
                <a:latin typeface="Times New Roman" panose="02020603050405020304" pitchFamily="18" charset="0"/>
                <a:cs typeface="Times New Roman" panose="02020603050405020304" pitchFamily="18" charset="0"/>
              </a:rPr>
              <a:t>vector to </a:t>
            </a:r>
            <a:r>
              <a:rPr lang="en" sz="2900" dirty="0">
                <a:latin typeface="Times New Roman" panose="02020603050405020304" pitchFamily="18" charset="0"/>
                <a:ea typeface="Roboto Mono"/>
                <a:cs typeface="Times New Roman" panose="02020603050405020304" pitchFamily="18" charset="0"/>
                <a:sym typeface="Roboto Mono"/>
              </a:rPr>
              <a:t>X_test</a:t>
            </a:r>
            <a:r>
              <a:rPr lang="en" sz="2900" dirty="0">
                <a:latin typeface="Times New Roman" panose="02020603050405020304" pitchFamily="18" charset="0"/>
                <a:cs typeface="Times New Roman" panose="02020603050405020304" pitchFamily="18" charset="0"/>
              </a:rPr>
              <a:t> to match the training model.</a:t>
            </a:r>
            <a:br>
              <a:rPr lang="en" sz="2900" dirty="0">
                <a:latin typeface="Times New Roman" panose="02020603050405020304" pitchFamily="18" charset="0"/>
                <a:cs typeface="Times New Roman" panose="02020603050405020304" pitchFamily="18" charset="0"/>
              </a:rPr>
            </a:br>
            <a:endParaRPr sz="2900" dirty="0">
              <a:latin typeface="Times New Roman" panose="02020603050405020304" pitchFamily="18" charset="0"/>
              <a:cs typeface="Times New Roman" panose="02020603050405020304" pitchFamily="18" charset="0"/>
            </a:endParaRPr>
          </a:p>
          <a:p>
            <a:pPr lvl="0" algn="l" rtl="0">
              <a:spcBef>
                <a:spcPts val="1200"/>
              </a:spcBef>
              <a:spcAft>
                <a:spcPts val="0"/>
              </a:spcAft>
              <a:buClr>
                <a:schemeClr val="dk1"/>
              </a:buClr>
              <a:buSzPts val="1100"/>
              <a:buFont typeface="Wingdings" panose="05000000000000000000" pitchFamily="2" charset="2"/>
              <a:buChar char="q"/>
            </a:pPr>
            <a:r>
              <a:rPr lang="en" sz="2900" dirty="0">
                <a:latin typeface="Times New Roman" panose="02020603050405020304" pitchFamily="18" charset="0"/>
                <a:cs typeface="Times New Roman" panose="02020603050405020304" pitchFamily="18" charset="0"/>
              </a:rPr>
              <a:t>Predicted values (</a:t>
            </a:r>
            <a:r>
              <a:rPr lang="en" sz="2900" dirty="0">
                <a:latin typeface="Times New Roman" panose="02020603050405020304" pitchFamily="18" charset="0"/>
                <a:ea typeface="Roboto Mono"/>
                <a:cs typeface="Times New Roman" panose="02020603050405020304" pitchFamily="18" charset="0"/>
                <a:sym typeface="Roboto Mono"/>
              </a:rPr>
              <a:t>y_pred</a:t>
            </a:r>
            <a:r>
              <a:rPr lang="en" sz="2900" dirty="0">
                <a:latin typeface="Times New Roman" panose="02020603050405020304" pitchFamily="18" charset="0"/>
                <a:cs typeface="Times New Roman" panose="02020603050405020304" pitchFamily="18" charset="0"/>
              </a:rPr>
              <a:t>) are computed using the test set.</a:t>
            </a:r>
            <a:br>
              <a:rPr lang="en" sz="2900" dirty="0">
                <a:latin typeface="Times New Roman" panose="02020603050405020304" pitchFamily="18" charset="0"/>
                <a:cs typeface="Times New Roman" panose="02020603050405020304" pitchFamily="18" charset="0"/>
              </a:rPr>
            </a:br>
            <a:endParaRPr sz="2900" dirty="0">
              <a:latin typeface="Times New Roman" panose="02020603050405020304" pitchFamily="18" charset="0"/>
              <a:cs typeface="Times New Roman" panose="02020603050405020304" pitchFamily="18" charset="0"/>
            </a:endParaRPr>
          </a:p>
          <a:p>
            <a:pPr lvl="0" algn="l" rtl="0">
              <a:spcBef>
                <a:spcPts val="1200"/>
              </a:spcBef>
              <a:spcAft>
                <a:spcPts val="0"/>
              </a:spcAft>
              <a:buClr>
                <a:schemeClr val="dk1"/>
              </a:buClr>
              <a:buSzPts val="1100"/>
              <a:buFont typeface="Wingdings" panose="05000000000000000000" pitchFamily="2" charset="2"/>
              <a:buChar char="q"/>
            </a:pPr>
            <a:r>
              <a:rPr lang="en" sz="2900" b="1" dirty="0">
                <a:latin typeface="Times New Roman" panose="02020603050405020304" pitchFamily="18" charset="0"/>
                <a:cs typeface="Times New Roman" panose="02020603050405020304" pitchFamily="18" charset="0"/>
              </a:rPr>
              <a:t>Residuals</a:t>
            </a:r>
            <a:r>
              <a:rPr lang="en" sz="2900" dirty="0">
                <a:latin typeface="Times New Roman" panose="02020603050405020304" pitchFamily="18" charset="0"/>
                <a:cs typeface="Times New Roman" panose="02020603050405020304" pitchFamily="18" charset="0"/>
              </a:rPr>
              <a:t> are calculated as the difference between actual and predicted values.</a:t>
            </a:r>
            <a:br>
              <a:rPr lang="en" sz="2900" dirty="0">
                <a:latin typeface="Times New Roman" panose="02020603050405020304" pitchFamily="18" charset="0"/>
                <a:cs typeface="Times New Roman" panose="02020603050405020304" pitchFamily="18" charset="0"/>
              </a:rPr>
            </a:br>
            <a:endParaRPr sz="2900" dirty="0">
              <a:latin typeface="Times New Roman" panose="02020603050405020304" pitchFamily="18" charset="0"/>
              <a:cs typeface="Times New Roman" panose="02020603050405020304" pitchFamily="18" charset="0"/>
            </a:endParaRPr>
          </a:p>
          <a:p>
            <a:pPr lvl="0" algn="l" rtl="0">
              <a:spcBef>
                <a:spcPts val="1200"/>
              </a:spcBef>
              <a:spcAft>
                <a:spcPts val="0"/>
              </a:spcAft>
              <a:buClr>
                <a:schemeClr val="dk1"/>
              </a:buClr>
              <a:buSzPts val="1100"/>
              <a:buFont typeface="Wingdings" panose="05000000000000000000" pitchFamily="2" charset="2"/>
              <a:buChar char="q"/>
            </a:pPr>
            <a:r>
              <a:rPr lang="en" sz="2900" dirty="0">
                <a:latin typeface="Times New Roman" panose="02020603050405020304" pitchFamily="18" charset="0"/>
                <a:cs typeface="Times New Roman" panose="02020603050405020304" pitchFamily="18" charset="0"/>
              </a:rPr>
              <a:t>Evaluated model performance using:</a:t>
            </a:r>
            <a:br>
              <a:rPr lang="en" sz="2900" dirty="0">
                <a:latin typeface="Times New Roman" panose="02020603050405020304" pitchFamily="18" charset="0"/>
                <a:cs typeface="Times New Roman" panose="02020603050405020304" pitchFamily="18" charset="0"/>
              </a:rPr>
            </a:br>
            <a:endParaRPr sz="2900" dirty="0">
              <a:latin typeface="Times New Roman" panose="02020603050405020304" pitchFamily="18" charset="0"/>
              <a:cs typeface="Times New Roman" panose="02020603050405020304" pitchFamily="18" charset="0"/>
            </a:endParaRPr>
          </a:p>
          <a:p>
            <a:pPr marL="457200" lvl="0" indent="-311150" algn="l" rtl="0">
              <a:spcBef>
                <a:spcPts val="1200"/>
              </a:spcBef>
              <a:spcAft>
                <a:spcPts val="0"/>
              </a:spcAft>
              <a:buSzPts val="1300"/>
              <a:buFont typeface="Wingdings" panose="05000000000000000000" pitchFamily="2" charset="2"/>
              <a:buChar char="q"/>
            </a:pPr>
            <a:r>
              <a:rPr lang="en" sz="2900" b="1" dirty="0">
                <a:latin typeface="Times New Roman" panose="02020603050405020304" pitchFamily="18" charset="0"/>
                <a:cs typeface="Times New Roman" panose="02020603050405020304" pitchFamily="18" charset="0"/>
              </a:rPr>
              <a:t>MSE</a:t>
            </a:r>
            <a:r>
              <a:rPr lang="en" sz="2900" dirty="0">
                <a:latin typeface="Times New Roman" panose="02020603050405020304" pitchFamily="18" charset="0"/>
                <a:cs typeface="Times New Roman" panose="02020603050405020304" pitchFamily="18" charset="0"/>
              </a:rPr>
              <a:t> – average squared prediction error</a:t>
            </a:r>
            <a:br>
              <a:rPr lang="en" sz="2900" dirty="0">
                <a:latin typeface="Times New Roman" panose="02020603050405020304" pitchFamily="18" charset="0"/>
                <a:cs typeface="Times New Roman" panose="02020603050405020304" pitchFamily="18" charset="0"/>
              </a:rPr>
            </a:br>
            <a:endParaRPr sz="2900" dirty="0">
              <a:latin typeface="Times New Roman" panose="02020603050405020304" pitchFamily="18" charset="0"/>
              <a:cs typeface="Times New Roman" panose="02020603050405020304" pitchFamily="18" charset="0"/>
            </a:endParaRPr>
          </a:p>
          <a:p>
            <a:pPr marL="457200" lvl="0" indent="-311150" algn="l" rtl="0">
              <a:spcBef>
                <a:spcPts val="0"/>
              </a:spcBef>
              <a:spcAft>
                <a:spcPts val="0"/>
              </a:spcAft>
              <a:buSzPts val="1300"/>
              <a:buFont typeface="Wingdings" panose="05000000000000000000" pitchFamily="2" charset="2"/>
              <a:buChar char="q"/>
            </a:pPr>
            <a:r>
              <a:rPr lang="en" sz="2900" b="1" dirty="0">
                <a:latin typeface="Times New Roman" panose="02020603050405020304" pitchFamily="18" charset="0"/>
                <a:cs typeface="Times New Roman" panose="02020603050405020304" pitchFamily="18" charset="0"/>
              </a:rPr>
              <a:t>RMSE</a:t>
            </a:r>
            <a:r>
              <a:rPr lang="en" sz="2900" dirty="0">
                <a:latin typeface="Times New Roman" panose="02020603050405020304" pitchFamily="18" charset="0"/>
                <a:cs typeface="Times New Roman" panose="02020603050405020304" pitchFamily="18" charset="0"/>
              </a:rPr>
              <a:t> – error in the same unit as the target</a:t>
            </a:r>
            <a:br>
              <a:rPr lang="en" sz="2900" dirty="0">
                <a:latin typeface="Times New Roman" panose="02020603050405020304" pitchFamily="18" charset="0"/>
                <a:cs typeface="Times New Roman" panose="02020603050405020304" pitchFamily="18" charset="0"/>
              </a:rPr>
            </a:br>
            <a:endParaRPr sz="2900" dirty="0">
              <a:latin typeface="Times New Roman" panose="02020603050405020304" pitchFamily="18" charset="0"/>
              <a:cs typeface="Times New Roman" panose="02020603050405020304" pitchFamily="18" charset="0"/>
            </a:endParaRPr>
          </a:p>
          <a:p>
            <a:pPr marL="457200" lvl="0" indent="-311150" algn="l" rtl="0">
              <a:spcBef>
                <a:spcPts val="0"/>
              </a:spcBef>
              <a:spcAft>
                <a:spcPts val="0"/>
              </a:spcAft>
              <a:buSzPts val="1300"/>
              <a:buFont typeface="Wingdings" panose="05000000000000000000" pitchFamily="2" charset="2"/>
              <a:buChar char="q"/>
            </a:pPr>
            <a:r>
              <a:rPr lang="en" sz="2900" b="1" dirty="0">
                <a:latin typeface="Times New Roman" panose="02020603050405020304" pitchFamily="18" charset="0"/>
                <a:cs typeface="Times New Roman" panose="02020603050405020304" pitchFamily="18" charset="0"/>
              </a:rPr>
              <a:t>R-squared</a:t>
            </a:r>
            <a:r>
              <a:rPr lang="en" sz="2900" dirty="0">
                <a:latin typeface="Times New Roman" panose="02020603050405020304" pitchFamily="18" charset="0"/>
                <a:cs typeface="Times New Roman" panose="02020603050405020304" pitchFamily="18" charset="0"/>
              </a:rPr>
              <a:t> – variance explained by the model</a:t>
            </a:r>
            <a:br>
              <a:rPr lang="en" sz="2900" dirty="0">
                <a:latin typeface="Times New Roman" panose="02020603050405020304" pitchFamily="18" charset="0"/>
                <a:cs typeface="Times New Roman" panose="02020603050405020304" pitchFamily="18" charset="0"/>
              </a:rPr>
            </a:br>
            <a:endParaRPr sz="2900" dirty="0">
              <a:latin typeface="Times New Roman" panose="02020603050405020304" pitchFamily="18" charset="0"/>
              <a:cs typeface="Times New Roman" panose="02020603050405020304" pitchFamily="18" charset="0"/>
            </a:endParaRPr>
          </a:p>
          <a:p>
            <a:pPr marL="457200" lvl="0" indent="-311150" algn="l" rtl="0">
              <a:spcBef>
                <a:spcPts val="0"/>
              </a:spcBef>
              <a:spcAft>
                <a:spcPts val="0"/>
              </a:spcAft>
              <a:buSzPts val="1300"/>
              <a:buFont typeface="Wingdings" panose="05000000000000000000" pitchFamily="2" charset="2"/>
              <a:buChar char="q"/>
            </a:pPr>
            <a:r>
              <a:rPr lang="en" sz="2900" b="1" dirty="0">
                <a:latin typeface="Times New Roman" panose="02020603050405020304" pitchFamily="18" charset="0"/>
                <a:cs typeface="Times New Roman" panose="02020603050405020304" pitchFamily="18" charset="0"/>
              </a:rPr>
              <a:t>Adjusted R-squared</a:t>
            </a:r>
            <a:r>
              <a:rPr lang="en" sz="2900" dirty="0">
                <a:latin typeface="Times New Roman" panose="02020603050405020304" pitchFamily="18" charset="0"/>
                <a:cs typeface="Times New Roman" panose="02020603050405020304" pitchFamily="18" charset="0"/>
              </a:rPr>
              <a:t> – accounts for number of predictors</a:t>
            </a:r>
            <a:br>
              <a:rPr lang="en" sz="2900" dirty="0">
                <a:latin typeface="Times New Roman" panose="02020603050405020304" pitchFamily="18" charset="0"/>
                <a:cs typeface="Times New Roman" panose="02020603050405020304" pitchFamily="18" charset="0"/>
              </a:rPr>
            </a:br>
            <a:endParaRPr sz="2900" dirty="0">
              <a:latin typeface="Times New Roman" panose="02020603050405020304" pitchFamily="18" charset="0"/>
              <a:cs typeface="Times New Roman" panose="02020603050405020304" pitchFamily="18" charset="0"/>
            </a:endParaRPr>
          </a:p>
          <a:p>
            <a:pPr lvl="0" algn="l" rtl="0">
              <a:spcBef>
                <a:spcPts val="1200"/>
              </a:spcBef>
              <a:spcAft>
                <a:spcPts val="0"/>
              </a:spcAft>
              <a:buClr>
                <a:schemeClr val="dk1"/>
              </a:buClr>
              <a:buSzPts val="1100"/>
              <a:buFont typeface="Wingdings" panose="05000000000000000000" pitchFamily="2" charset="2"/>
              <a:buChar char="q"/>
            </a:pPr>
            <a:r>
              <a:rPr lang="en" sz="2900" dirty="0">
                <a:latin typeface="Times New Roman" panose="02020603050405020304" pitchFamily="18" charset="0"/>
                <a:cs typeface="Times New Roman" panose="02020603050405020304" pitchFamily="18" charset="0"/>
              </a:rPr>
              <a:t>These metrics indicate how well the model performs on </a:t>
            </a:r>
            <a:r>
              <a:rPr lang="en" sz="2900" b="1" dirty="0">
                <a:latin typeface="Times New Roman" panose="02020603050405020304" pitchFamily="18" charset="0"/>
                <a:cs typeface="Times New Roman" panose="02020603050405020304" pitchFamily="18" charset="0"/>
              </a:rPr>
              <a:t>unseen data</a:t>
            </a:r>
            <a:r>
              <a:rPr lang="en" sz="2900" dirty="0">
                <a:latin typeface="Times New Roman" panose="02020603050405020304" pitchFamily="18" charset="0"/>
                <a:cs typeface="Times New Roman" panose="02020603050405020304" pitchFamily="18" charset="0"/>
              </a:rPr>
              <a:t>.</a:t>
            </a:r>
            <a:endParaRPr sz="2900" dirty="0">
              <a:latin typeface="Times New Roman" panose="02020603050405020304" pitchFamily="18" charset="0"/>
              <a:cs typeface="Times New Roman" panose="02020603050405020304" pitchFamily="18" charset="0"/>
            </a:endParaRPr>
          </a:p>
          <a:p>
            <a:pPr marL="0" lvl="0" indent="0" algn="l" rtl="0">
              <a:spcBef>
                <a:spcPts val="360"/>
              </a:spcBef>
              <a:spcAft>
                <a:spcPts val="1200"/>
              </a:spcAft>
              <a:buNone/>
            </a:pP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8"/>
          <p:cNvSpPr txBox="1">
            <a:spLocks noGrp="1"/>
          </p:cNvSpPr>
          <p:nvPr>
            <p:ph type="title"/>
          </p:nvPr>
        </p:nvSpPr>
        <p:spPr>
          <a:xfrm>
            <a:off x="0" y="0"/>
            <a:ext cx="9144000" cy="591850"/>
          </a:xfrm>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 dirty="0"/>
              <a:t>Performance on Train set </a:t>
            </a:r>
            <a:endParaRPr dirty="0"/>
          </a:p>
        </p:txBody>
      </p:sp>
      <p:pic>
        <p:nvPicPr>
          <p:cNvPr id="294" name="Google Shape;294;p48"/>
          <p:cNvPicPr preferRelativeResize="0"/>
          <p:nvPr/>
        </p:nvPicPr>
        <p:blipFill>
          <a:blip r:embed="rId3">
            <a:alphaModFix/>
          </a:blip>
          <a:stretch>
            <a:fillRect/>
          </a:stretch>
        </p:blipFill>
        <p:spPr>
          <a:xfrm>
            <a:off x="0" y="615950"/>
            <a:ext cx="9144000" cy="45275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9"/>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 sz="3200" dirty="0"/>
              <a:t>Fitted Model Parameters</a:t>
            </a:r>
            <a:endParaRPr sz="3200" dirty="0"/>
          </a:p>
        </p:txBody>
      </p:sp>
      <p:pic>
        <p:nvPicPr>
          <p:cNvPr id="301" name="Google Shape;301;p49"/>
          <p:cNvPicPr preferRelativeResize="0"/>
          <p:nvPr/>
        </p:nvPicPr>
        <p:blipFill>
          <a:blip r:embed="rId3">
            <a:alphaModFix/>
          </a:blip>
          <a:stretch>
            <a:fillRect/>
          </a:stretch>
        </p:blipFill>
        <p:spPr>
          <a:xfrm>
            <a:off x="0" y="850900"/>
            <a:ext cx="9144000" cy="4292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 dirty="0"/>
              <a:t>10-Fold Cross Validation</a:t>
            </a:r>
            <a:endParaRPr dirty="0"/>
          </a:p>
        </p:txBody>
      </p:sp>
      <p:sp>
        <p:nvSpPr>
          <p:cNvPr id="307" name="Google Shape;307;p50"/>
          <p:cNvSpPr txBox="1">
            <a:spLocks noGrp="1"/>
          </p:cNvSpPr>
          <p:nvPr>
            <p:ph idx="4294967295"/>
          </p:nvPr>
        </p:nvSpPr>
        <p:spPr>
          <a:xfrm>
            <a:off x="0" y="876300"/>
            <a:ext cx="9144000" cy="4267200"/>
          </a:xfrm>
          <a:prstGeom prst="rect">
            <a:avLst/>
          </a:prstGeom>
        </p:spPr>
        <p:txBody>
          <a:bodyPr spcFirstLastPara="1" wrap="square" lIns="91425" tIns="45700" rIns="91425" bIns="45700" anchor="t" anchorCtr="0">
            <a:noAutofit/>
          </a:bodyPr>
          <a:lstStyle/>
          <a:p>
            <a:pPr marL="133350" lvl="0" indent="0" algn="l" rtl="0">
              <a:spcBef>
                <a:spcPts val="360"/>
              </a:spcBef>
              <a:spcAft>
                <a:spcPts val="0"/>
              </a:spcAft>
              <a:buClr>
                <a:schemeClr val="dk1"/>
              </a:buClr>
              <a:buSzPts val="1500"/>
              <a:buNone/>
            </a:pPr>
            <a:endParaRPr sz="2000" dirty="0">
              <a:latin typeface="Times New Roman" panose="02020603050405020304" pitchFamily="18" charset="0"/>
              <a:cs typeface="Times New Roman" panose="02020603050405020304" pitchFamily="18" charset="0"/>
            </a:endParaRPr>
          </a:p>
          <a:p>
            <a:pPr marL="457200" lvl="0" indent="-323850" algn="l" rtl="0">
              <a:spcBef>
                <a:spcPts val="0"/>
              </a:spcBef>
              <a:spcAft>
                <a:spcPts val="0"/>
              </a:spcAft>
              <a:buClr>
                <a:schemeClr val="dk1"/>
              </a:buClr>
              <a:buSzPts val="15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Used </a:t>
            </a:r>
            <a:r>
              <a:rPr lang="en" sz="2000" b="1" dirty="0">
                <a:latin typeface="Times New Roman" panose="02020603050405020304" pitchFamily="18" charset="0"/>
                <a:cs typeface="Times New Roman" panose="02020603050405020304" pitchFamily="18" charset="0"/>
              </a:rPr>
              <a:t>10-fold cross-validation</a:t>
            </a:r>
            <a:r>
              <a:rPr lang="en" sz="2000" dirty="0">
                <a:latin typeface="Times New Roman" panose="02020603050405020304" pitchFamily="18" charset="0"/>
                <a:cs typeface="Times New Roman" panose="02020603050405020304" pitchFamily="18" charset="0"/>
              </a:rPr>
              <a:t> to evaluate model stability across different data splits.</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457200" lvl="0" indent="-323850" algn="l" rtl="0">
              <a:spcBef>
                <a:spcPts val="0"/>
              </a:spcBef>
              <a:spcAft>
                <a:spcPts val="0"/>
              </a:spcAft>
              <a:buClr>
                <a:schemeClr val="dk1"/>
              </a:buClr>
              <a:buSzPts val="1500"/>
              <a:buFont typeface="Wingdings" panose="05000000000000000000" pitchFamily="2" charset="2"/>
              <a:buChar char="q"/>
            </a:pPr>
            <a:r>
              <a:rPr lang="en" sz="2000" b="1" dirty="0">
                <a:latin typeface="Times New Roman" panose="02020603050405020304" pitchFamily="18" charset="0"/>
                <a:cs typeface="Times New Roman" panose="02020603050405020304" pitchFamily="18" charset="0"/>
              </a:rPr>
              <a:t>KFold</a:t>
            </a:r>
            <a:r>
              <a:rPr lang="en" sz="2000" dirty="0">
                <a:latin typeface="Times New Roman" panose="02020603050405020304" pitchFamily="18" charset="0"/>
                <a:cs typeface="Times New Roman" panose="02020603050405020304" pitchFamily="18" charset="0"/>
              </a:rPr>
              <a:t> ensures data is shuffled and splitted into 10 equal parts.</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457200" lvl="0" indent="-323850" algn="l" rtl="0">
              <a:spcBef>
                <a:spcPts val="0"/>
              </a:spcBef>
              <a:spcAft>
                <a:spcPts val="0"/>
              </a:spcAft>
              <a:buClr>
                <a:schemeClr val="dk1"/>
              </a:buClr>
              <a:buSzPts val="15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Computed </a:t>
            </a:r>
            <a:r>
              <a:rPr lang="en" sz="2000" b="1" dirty="0">
                <a:latin typeface="Times New Roman" panose="02020603050405020304" pitchFamily="18" charset="0"/>
                <a:cs typeface="Times New Roman" panose="02020603050405020304" pitchFamily="18" charset="0"/>
              </a:rPr>
              <a:t>R² scores</a:t>
            </a:r>
            <a:r>
              <a:rPr lang="en" sz="2000" dirty="0">
                <a:latin typeface="Times New Roman" panose="02020603050405020304" pitchFamily="18" charset="0"/>
                <a:cs typeface="Times New Roman" panose="02020603050405020304" pitchFamily="18" charset="0"/>
              </a:rPr>
              <a:t> for each fold to assess model performance.</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457200" lvl="0" indent="-323850" algn="l" rtl="0">
              <a:spcBef>
                <a:spcPts val="0"/>
              </a:spcBef>
              <a:spcAft>
                <a:spcPts val="0"/>
              </a:spcAft>
              <a:buClr>
                <a:schemeClr val="dk1"/>
              </a:buClr>
              <a:buSzPts val="1500"/>
              <a:buFont typeface="Wingdings" panose="05000000000000000000" pitchFamily="2" charset="2"/>
              <a:buChar char="q"/>
            </a:pPr>
            <a:r>
              <a:rPr lang="en" sz="2000" b="1" dirty="0">
                <a:latin typeface="Times New Roman" panose="02020603050405020304" pitchFamily="18" charset="0"/>
                <a:cs typeface="Times New Roman" panose="02020603050405020304" pitchFamily="18" charset="0"/>
              </a:rPr>
              <a:t>Adjusted R²</a:t>
            </a:r>
            <a:r>
              <a:rPr lang="en" sz="2000" dirty="0">
                <a:latin typeface="Times New Roman" panose="02020603050405020304" pitchFamily="18" charset="0"/>
                <a:cs typeface="Times New Roman" panose="02020603050405020304" pitchFamily="18" charset="0"/>
              </a:rPr>
              <a:t> is calculated for each fold to account for number of predictors.</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457200" lvl="0" indent="-323850" algn="l" rtl="0">
              <a:spcBef>
                <a:spcPts val="0"/>
              </a:spcBef>
              <a:spcAft>
                <a:spcPts val="0"/>
              </a:spcAft>
              <a:buClr>
                <a:schemeClr val="dk1"/>
              </a:buClr>
              <a:buSzPts val="15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Printed </a:t>
            </a:r>
            <a:r>
              <a:rPr lang="en" sz="2000" b="1" dirty="0">
                <a:latin typeface="Times New Roman" panose="02020603050405020304" pitchFamily="18" charset="0"/>
                <a:cs typeface="Times New Roman" panose="02020603050405020304" pitchFamily="18" charset="0"/>
              </a:rPr>
              <a:t>R² scores</a:t>
            </a:r>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average R²</a:t>
            </a:r>
            <a:r>
              <a:rPr lang="en" sz="2000" dirty="0">
                <a:latin typeface="Times New Roman" panose="02020603050405020304" pitchFamily="18" charset="0"/>
                <a:cs typeface="Times New Roman" panose="02020603050405020304" pitchFamily="18" charset="0"/>
              </a:rPr>
              <a:t>, and </a:t>
            </a:r>
            <a:r>
              <a:rPr lang="en" sz="2000" b="1" dirty="0">
                <a:latin typeface="Times New Roman" panose="02020603050405020304" pitchFamily="18" charset="0"/>
                <a:cs typeface="Times New Roman" panose="02020603050405020304" pitchFamily="18" charset="0"/>
              </a:rPr>
              <a:t>average Adjusted R²</a:t>
            </a:r>
            <a:r>
              <a:rPr lang="en" sz="2000" dirty="0">
                <a:latin typeface="Times New Roman" panose="02020603050405020304" pitchFamily="18" charset="0"/>
                <a:cs typeface="Times New Roman" panose="02020603050405020304" pitchFamily="18" charset="0"/>
              </a:rPr>
              <a:t> to summarize model performance.</a:t>
            </a:r>
            <a:endParaRPr sz="2000" dirty="0">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51"/>
          <p:cNvSpPr txBox="1">
            <a:spLocks noGrp="1"/>
          </p:cNvSpPr>
          <p:nvPr>
            <p:ph type="title"/>
          </p:nvPr>
        </p:nvSpPr>
        <p:spPr>
          <a:prstGeom prst="rect">
            <a:avLst/>
          </a:prstGeom>
        </p:spPr>
        <p:txBody>
          <a:bodyPr spcFirstLastPara="1" wrap="square" lIns="91425" tIns="45700" rIns="91425" bIns="45700" anchor="ctr" anchorCtr="0">
            <a:normAutofit fontScale="90000"/>
          </a:bodyPr>
          <a:lstStyle/>
          <a:p>
            <a:pPr>
              <a:spcBef>
                <a:spcPts val="0"/>
              </a:spcBef>
            </a:pPr>
            <a:r>
              <a:rPr lang="en-US" sz="3600" dirty="0">
                <a:latin typeface="Times New Roman" panose="02020603050405020304" pitchFamily="18" charset="0"/>
                <a:cs typeface="Times New Roman" panose="02020603050405020304" pitchFamily="18" charset="0"/>
              </a:rPr>
              <a:t>Performance on 10-fold Cross Validation </a:t>
            </a:r>
            <a:br>
              <a:rPr lang="en-US" sz="2800" dirty="0">
                <a:latin typeface="Times New Roman" panose="02020603050405020304" pitchFamily="18" charset="0"/>
                <a:cs typeface="Times New Roman" panose="02020603050405020304" pitchFamily="18" charset="0"/>
              </a:rPr>
            </a:br>
            <a:endParaRPr dirty="0"/>
          </a:p>
        </p:txBody>
      </p:sp>
      <p:pic>
        <p:nvPicPr>
          <p:cNvPr id="314" name="Google Shape;314;p51"/>
          <p:cNvPicPr preferRelativeResize="0"/>
          <p:nvPr/>
        </p:nvPicPr>
        <p:blipFill>
          <a:blip r:embed="rId3">
            <a:alphaModFix/>
          </a:blip>
          <a:stretch>
            <a:fillRect/>
          </a:stretch>
        </p:blipFill>
        <p:spPr>
          <a:xfrm>
            <a:off x="0" y="2470150"/>
            <a:ext cx="9143999" cy="2673349"/>
          </a:xfrm>
          <a:prstGeom prst="rect">
            <a:avLst/>
          </a:prstGeom>
          <a:noFill/>
          <a:ln>
            <a:noFill/>
          </a:ln>
        </p:spPr>
      </p:pic>
      <p:sp>
        <p:nvSpPr>
          <p:cNvPr id="2" name="TextBox 1">
            <a:extLst>
              <a:ext uri="{FF2B5EF4-FFF2-40B4-BE49-F238E27FC236}">
                <a16:creationId xmlns:a16="http://schemas.microsoft.com/office/drawing/2014/main" id="{D1CB8285-FA88-8B3E-6C41-AB5A6914813A}"/>
              </a:ext>
            </a:extLst>
          </p:cNvPr>
          <p:cNvSpPr txBox="1"/>
          <p:nvPr/>
        </p:nvSpPr>
        <p:spPr>
          <a:xfrm>
            <a:off x="0" y="1327150"/>
            <a:ext cx="8795960" cy="707886"/>
          </a:xfrm>
          <a:prstGeom prst="rect">
            <a:avLst/>
          </a:prstGeom>
          <a:noFill/>
        </p:spPr>
        <p:txBody>
          <a:bodyPr wrap="square" rtlCol="0">
            <a:spAutoFit/>
          </a:bodyPr>
          <a:lstStyle/>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average of adjusted </a:t>
            </a:r>
            <a:r>
              <a:rPr lang="en" sz="2000" b="1" dirty="0">
                <a:latin typeface="Times New Roman" panose="02020603050405020304" pitchFamily="18" charset="0"/>
                <a:cs typeface="Times New Roman" panose="02020603050405020304" pitchFamily="18" charset="0"/>
              </a:rPr>
              <a:t>R-squared</a:t>
            </a:r>
            <a:r>
              <a:rPr lang="en-US" sz="2000" dirty="0">
                <a:latin typeface="Times New Roman" panose="02020603050405020304" pitchFamily="18" charset="0"/>
                <a:cs typeface="Times New Roman" panose="02020603050405020304" pitchFamily="18" charset="0"/>
              </a:rPr>
              <a:t> came out to be 76% which validates the </a:t>
            </a:r>
          </a:p>
          <a:p>
            <a:r>
              <a:rPr lang="en-US" sz="2000" dirty="0">
                <a:latin typeface="Times New Roman" panose="02020603050405020304" pitchFamily="18" charset="0"/>
                <a:cs typeface="Times New Roman" panose="02020603050405020304" pitchFamily="18" charset="0"/>
              </a:rPr>
              <a:t>     consistent performance of the model.</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2"/>
          <p:cNvSpPr txBox="1">
            <a:spLocks noGrp="1"/>
          </p:cNvSpPr>
          <p:nvPr>
            <p:ph type="title"/>
          </p:nvPr>
        </p:nvSpPr>
        <p:spPr>
          <a:xfrm>
            <a:off x="0" y="0"/>
            <a:ext cx="9144000" cy="857400"/>
          </a:xfrm>
          <a:prstGeom prst="rect">
            <a:avLst/>
          </a:prstGeom>
        </p:spPr>
        <p:txBody>
          <a:bodyPr spcFirstLastPara="1" wrap="square" lIns="91425" tIns="45700" rIns="91425" bIns="45700" anchor="ctr" anchorCtr="0">
            <a:normAutofit/>
          </a:bodyPr>
          <a:lstStyle/>
          <a:p>
            <a:pPr marL="114300" lvl="0" rtl="0">
              <a:spcBef>
                <a:spcPts val="0"/>
              </a:spcBef>
              <a:spcAft>
                <a:spcPts val="0"/>
              </a:spcAft>
              <a:buSzPts val="1800"/>
            </a:pPr>
            <a:r>
              <a:rPr lang="en" sz="3200" dirty="0"/>
              <a:t>Residual Plot</a:t>
            </a:r>
            <a:endParaRPr sz="3200" dirty="0"/>
          </a:p>
        </p:txBody>
      </p:sp>
      <p:pic>
        <p:nvPicPr>
          <p:cNvPr id="321" name="Google Shape;321;p52"/>
          <p:cNvPicPr preferRelativeResize="0"/>
          <p:nvPr/>
        </p:nvPicPr>
        <p:blipFill>
          <a:blip r:embed="rId3">
            <a:alphaModFix/>
          </a:blip>
          <a:stretch>
            <a:fillRect/>
          </a:stretch>
        </p:blipFill>
        <p:spPr>
          <a:xfrm>
            <a:off x="0" y="882650"/>
            <a:ext cx="9143999" cy="4260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3"/>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US" sz="3200" dirty="0"/>
              <a:t>Residual Plot Insights</a:t>
            </a:r>
            <a:endParaRPr sz="3200" dirty="0"/>
          </a:p>
        </p:txBody>
      </p:sp>
      <p:sp>
        <p:nvSpPr>
          <p:cNvPr id="327" name="Google Shape;327;p53"/>
          <p:cNvSpPr txBox="1">
            <a:spLocks noGrp="1"/>
          </p:cNvSpPr>
          <p:nvPr>
            <p:ph idx="4294967295"/>
          </p:nvPr>
        </p:nvSpPr>
        <p:spPr>
          <a:xfrm>
            <a:off x="0" y="863600"/>
            <a:ext cx="9144000" cy="4235450"/>
          </a:xfrm>
          <a:prstGeom prst="rect">
            <a:avLst/>
          </a:prstGeom>
        </p:spPr>
        <p:txBody>
          <a:bodyPr spcFirstLastPara="1" wrap="square" lIns="91425" tIns="45700" rIns="91425" bIns="45700" anchor="t" anchorCtr="0">
            <a:normAutofit/>
          </a:bodyPr>
          <a:lstStyle/>
          <a:p>
            <a:pPr marL="457200" lvl="0" indent="-342900" algn="l" rtl="0">
              <a:lnSpc>
                <a:spcPct val="80000"/>
              </a:lnSpc>
              <a:spcBef>
                <a:spcPts val="120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The residuals should be </a:t>
            </a:r>
            <a:r>
              <a:rPr lang="en" sz="2000" b="1" dirty="0">
                <a:latin typeface="Times New Roman" panose="02020603050405020304" pitchFamily="18" charset="0"/>
                <a:cs typeface="Times New Roman" panose="02020603050405020304" pitchFamily="18" charset="0"/>
              </a:rPr>
              <a:t>randomly scattered</a:t>
            </a:r>
            <a:r>
              <a:rPr lang="en" sz="2000" dirty="0">
                <a:latin typeface="Times New Roman" panose="02020603050405020304" pitchFamily="18" charset="0"/>
                <a:cs typeface="Times New Roman" panose="02020603050405020304" pitchFamily="18" charset="0"/>
              </a:rPr>
              <a:t> around zero, without any clear pattern which ensures :</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914400" lvl="1"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Linear relationship between the predictors and the response.</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914400" lvl="1"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Homoscedasticity (constant variance of errors)</a:t>
            </a:r>
            <a:br>
              <a:rPr lang="en" sz="2000" dirty="0">
                <a:solidFill>
                  <a:schemeClr val="dk1"/>
                </a:solidFill>
                <a:latin typeface="Times New Roman" panose="02020603050405020304" pitchFamily="18" charset="0"/>
                <a:cs typeface="Times New Roman" panose="02020603050405020304" pitchFamily="18" charset="0"/>
              </a:rPr>
            </a:br>
            <a:endParaRPr sz="2000" dirty="0">
              <a:solidFill>
                <a:schemeClr val="dk1"/>
              </a:solidFill>
              <a:latin typeface="Times New Roman" panose="02020603050405020304" pitchFamily="18" charset="0"/>
              <a:cs typeface="Times New Roman" panose="02020603050405020304" pitchFamily="18" charset="0"/>
            </a:endParaRPr>
          </a:p>
          <a:p>
            <a:pPr lvl="0" algn="l" rtl="0">
              <a:spcBef>
                <a:spcPts val="1200"/>
              </a:spcBef>
              <a:spcAft>
                <a:spcPts val="1200"/>
              </a:spcAft>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We got a curved pattern in the residual plot which indicates a non-linear relationship, between predictors and response variable, thus we cannot validate the assumptions of MLRM.</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4"/>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 sz="3200" dirty="0"/>
              <a:t>Stepping Towards Polynomial Regression  </a:t>
            </a:r>
            <a:endParaRPr sz="3200" dirty="0"/>
          </a:p>
        </p:txBody>
      </p:sp>
      <p:sp>
        <p:nvSpPr>
          <p:cNvPr id="333" name="Google Shape;333;p54"/>
          <p:cNvSpPr txBox="1">
            <a:spLocks noGrp="1"/>
          </p:cNvSpPr>
          <p:nvPr>
            <p:ph idx="4294967295"/>
          </p:nvPr>
        </p:nvSpPr>
        <p:spPr>
          <a:xfrm>
            <a:off x="0" y="863600"/>
            <a:ext cx="9144000" cy="42799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Now we perform multiple linear regression again but this time we use additional polynomial features ‘</a:t>
            </a:r>
            <a:r>
              <a:rPr lang="en" sz="2000" b="1" dirty="0">
                <a:latin typeface="Times New Roman" panose="02020603050405020304" pitchFamily="18" charset="0"/>
                <a:cs typeface="Times New Roman" panose="02020603050405020304" pitchFamily="18" charset="0"/>
              </a:rPr>
              <a:t>age^2</a:t>
            </a:r>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bmi^2</a:t>
            </a:r>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interactions</a:t>
            </a:r>
            <a:r>
              <a:rPr lang="en" sz="2000" dirty="0">
                <a:latin typeface="Times New Roman" panose="02020603050405020304" pitchFamily="18" charset="0"/>
                <a:cs typeface="Times New Roman" panose="02020603050405020304" pitchFamily="18" charset="0"/>
              </a:rPr>
              <a:t> between ‘</a:t>
            </a:r>
            <a:r>
              <a:rPr lang="en" sz="2000" b="1" dirty="0">
                <a:latin typeface="Times New Roman" panose="02020603050405020304" pitchFamily="18" charset="0"/>
                <a:cs typeface="Times New Roman" panose="02020603050405020304" pitchFamily="18" charset="0"/>
              </a:rPr>
              <a:t>age</a:t>
            </a:r>
            <a:r>
              <a:rPr lang="en" sz="2000" dirty="0">
                <a:latin typeface="Times New Roman" panose="02020603050405020304" pitchFamily="18" charset="0"/>
                <a:cs typeface="Times New Roman" panose="02020603050405020304" pitchFamily="18" charset="0"/>
              </a:rPr>
              <a:t>’ and ‘</a:t>
            </a:r>
            <a:r>
              <a:rPr lang="en" sz="2000" b="1" dirty="0">
                <a:latin typeface="Times New Roman" panose="02020603050405020304" pitchFamily="18" charset="0"/>
                <a:cs typeface="Times New Roman" panose="02020603050405020304" pitchFamily="18" charset="0"/>
              </a:rPr>
              <a:t>bmi’</a:t>
            </a:r>
            <a:r>
              <a:rPr lang="en"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age</a:t>
            </a:r>
            <a:r>
              <a:rPr lang="en" sz="2000" dirty="0">
                <a:latin typeface="Times New Roman" panose="02020603050405020304" pitchFamily="18" charset="0"/>
                <a:cs typeface="Times New Roman" panose="02020603050405020304" pitchFamily="18" charset="0"/>
              </a:rPr>
              <a:t>’ and ‘</a:t>
            </a:r>
            <a:r>
              <a:rPr lang="en" sz="2000" b="1" dirty="0">
                <a:latin typeface="Times New Roman" panose="02020603050405020304" pitchFamily="18" charset="0"/>
                <a:cs typeface="Times New Roman" panose="02020603050405020304" pitchFamily="18" charset="0"/>
              </a:rPr>
              <a:t>smoker</a:t>
            </a:r>
            <a:r>
              <a:rPr lang="en" sz="2000" dirty="0">
                <a:latin typeface="Times New Roman" panose="02020603050405020304" pitchFamily="18" charset="0"/>
                <a:cs typeface="Times New Roman" panose="02020603050405020304" pitchFamily="18" charset="0"/>
              </a:rPr>
              <a:t>’ &amp; ‘</a:t>
            </a:r>
            <a:r>
              <a:rPr lang="en" sz="2000" b="1" dirty="0">
                <a:latin typeface="Times New Roman" panose="02020603050405020304" pitchFamily="18" charset="0"/>
                <a:cs typeface="Times New Roman" panose="02020603050405020304" pitchFamily="18" charset="0"/>
              </a:rPr>
              <a:t>bmi</a:t>
            </a:r>
            <a:r>
              <a:rPr lang="en" sz="2000" dirty="0">
                <a:latin typeface="Times New Roman" panose="02020603050405020304" pitchFamily="18" charset="0"/>
                <a:cs typeface="Times New Roman" panose="02020603050405020304" pitchFamily="18" charset="0"/>
              </a:rPr>
              <a:t>’ and ‘</a:t>
            </a:r>
            <a:r>
              <a:rPr lang="en" sz="2000" b="1" dirty="0">
                <a:latin typeface="Times New Roman" panose="02020603050405020304" pitchFamily="18" charset="0"/>
                <a:cs typeface="Times New Roman" panose="02020603050405020304" pitchFamily="18" charset="0"/>
              </a:rPr>
              <a:t>smoker</a:t>
            </a:r>
            <a:r>
              <a:rPr lang="en" sz="2000" dirty="0">
                <a:latin typeface="Times New Roman" panose="02020603050405020304" pitchFamily="18" charset="0"/>
                <a:cs typeface="Times New Roman" panose="02020603050405020304" pitchFamily="18" charset="0"/>
              </a:rPr>
              <a:t>’ .</a:t>
            </a:r>
          </a:p>
          <a:p>
            <a:pPr marL="114300" lvl="0" indent="0" algn="l" rtl="0">
              <a:spcBef>
                <a:spcPts val="360"/>
              </a:spcBef>
              <a:spcAft>
                <a:spcPts val="0"/>
              </a:spcAft>
              <a:buSzPts val="1800"/>
              <a:buNone/>
            </a:pP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Thus we have 14 predictors at hand to model the response variable.</a:t>
            </a:r>
          </a:p>
          <a:p>
            <a:pPr marL="114300" lvl="0" indent="0" algn="l" rtl="0">
              <a:spcBef>
                <a:spcPts val="0"/>
              </a:spcBef>
              <a:spcAft>
                <a:spcPts val="0"/>
              </a:spcAft>
              <a:buSzPts val="1800"/>
              <a:buNone/>
            </a:pP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We fit a multiple linear regression model (with intercept) on the entire data available and find Cook’s distances (for each 14-dimensional datapoint) to check for influential points, as done previously. </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5"/>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Inquiring for Influential Points</a:t>
            </a:r>
            <a:endParaRPr dirty="0"/>
          </a:p>
        </p:txBody>
      </p:sp>
      <p:pic>
        <p:nvPicPr>
          <p:cNvPr id="340" name="Google Shape;340;p55"/>
          <p:cNvPicPr preferRelativeResize="0"/>
          <p:nvPr/>
        </p:nvPicPr>
        <p:blipFill>
          <a:blip r:embed="rId3">
            <a:alphaModFix/>
          </a:blip>
          <a:stretch>
            <a:fillRect/>
          </a:stretch>
        </p:blipFill>
        <p:spPr>
          <a:xfrm>
            <a:off x="1" y="844550"/>
            <a:ext cx="9144000" cy="42989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56"/>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Training Polynomial Model</a:t>
            </a:r>
            <a:endParaRPr dirty="0"/>
          </a:p>
        </p:txBody>
      </p:sp>
      <p:sp>
        <p:nvSpPr>
          <p:cNvPr id="346" name="Google Shape;346;p56"/>
          <p:cNvSpPr txBox="1">
            <a:spLocks noGrp="1"/>
          </p:cNvSpPr>
          <p:nvPr>
            <p:ph idx="4294967295"/>
          </p:nvPr>
        </p:nvSpPr>
        <p:spPr>
          <a:xfrm>
            <a:off x="0" y="1704975"/>
            <a:ext cx="8229600" cy="2889250"/>
          </a:xfrm>
          <a:prstGeom prst="rect">
            <a:avLst/>
          </a:prstGeom>
        </p:spPr>
        <p:txBody>
          <a:bodyPr spcFirstLastPara="1" wrap="square" lIns="91425" tIns="45700" rIns="91425" bIns="45700" anchor="t" anchorCtr="0">
            <a:normAutofit/>
          </a:bodyPr>
          <a:lstStyle/>
          <a:p>
            <a:pPr lvl="0" algn="l" rtl="0">
              <a:spcBef>
                <a:spcPts val="360"/>
              </a:spcBef>
              <a:spcAft>
                <a:spcPts val="0"/>
              </a:spcAft>
              <a:buFont typeface="Wingdings" panose="05000000000000000000" pitchFamily="2" charset="2"/>
              <a:buChar char="q"/>
            </a:pPr>
            <a:r>
              <a:rPr lang="en" sz="2800" dirty="0">
                <a:latin typeface="Times New Roman" panose="02020603050405020304" pitchFamily="18" charset="0"/>
                <a:cs typeface="Times New Roman" panose="02020603050405020304" pitchFamily="18" charset="0"/>
              </a:rPr>
              <a:t>Now we train the new model and test its performance on the same train-test splits to ensure consistency of model improvement with additional features. </a:t>
            </a:r>
            <a:endParaRPr sz="2800" dirty="0">
              <a:latin typeface="Times New Roman" panose="02020603050405020304" pitchFamily="18" charset="0"/>
              <a:cs typeface="Times New Roman" panose="02020603050405020304" pitchFamily="18" charset="0"/>
            </a:endParaRPr>
          </a:p>
          <a:p>
            <a:pPr lvl="0" algn="l" rtl="0">
              <a:spcBef>
                <a:spcPts val="1200"/>
              </a:spcBef>
              <a:spcAft>
                <a:spcPts val="0"/>
              </a:spcAft>
              <a:buFont typeface="Wingdings" panose="05000000000000000000" pitchFamily="2" charset="2"/>
              <a:buChar char="q"/>
            </a:pPr>
            <a:r>
              <a:rPr lang="en" sz="2800" dirty="0">
                <a:latin typeface="Times New Roman" panose="02020603050405020304" pitchFamily="18" charset="0"/>
                <a:cs typeface="Times New Roman" panose="02020603050405020304" pitchFamily="18" charset="0"/>
              </a:rPr>
              <a:t>Now, we study the model’s performances on train and test sets respectively.</a:t>
            </a:r>
            <a:endParaRPr sz="2800" dirty="0">
              <a:latin typeface="Times New Roman" panose="02020603050405020304" pitchFamily="18" charset="0"/>
              <a:cs typeface="Times New Roman" panose="02020603050405020304" pitchFamily="18" charset="0"/>
            </a:endParaRPr>
          </a:p>
          <a:p>
            <a:pPr lvl="0" algn="l" rtl="0">
              <a:spcBef>
                <a:spcPts val="1200"/>
              </a:spcBef>
              <a:spcAft>
                <a:spcPts val="0"/>
              </a:spcAft>
              <a:buFont typeface="Wingdings" panose="05000000000000000000" pitchFamily="2" charset="2"/>
              <a:buChar char="q"/>
            </a:pPr>
            <a:endParaRPr sz="2300" dirty="0"/>
          </a:p>
          <a:p>
            <a:pPr marL="0" lvl="0" indent="0" algn="l" rtl="0">
              <a:spcBef>
                <a:spcPts val="1200"/>
              </a:spcBef>
              <a:spcAft>
                <a:spcPts val="1200"/>
              </a:spcAft>
              <a:buNone/>
            </a:pP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7"/>
          <p:cNvSpPr txBox="1">
            <a:spLocks noGrp="1"/>
          </p:cNvSpPr>
          <p:nvPr>
            <p:ph type="title"/>
          </p:nvPr>
        </p:nvSpPr>
        <p:spPr>
          <a:xfrm>
            <a:off x="0" y="0"/>
            <a:ext cx="9144000" cy="710803"/>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dirty="0"/>
              <a:t>Performance on Train set </a:t>
            </a:r>
            <a:endParaRPr dirty="0"/>
          </a:p>
        </p:txBody>
      </p:sp>
      <p:pic>
        <p:nvPicPr>
          <p:cNvPr id="353" name="Google Shape;353;p57"/>
          <p:cNvPicPr preferRelativeResize="0"/>
          <p:nvPr/>
        </p:nvPicPr>
        <p:blipFill>
          <a:blip r:embed="rId3">
            <a:alphaModFix/>
          </a:blip>
          <a:stretch>
            <a:fillRect/>
          </a:stretch>
        </p:blipFill>
        <p:spPr>
          <a:xfrm>
            <a:off x="0" y="749300"/>
            <a:ext cx="9143999" cy="43941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8"/>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dirty="0"/>
              <a:t>Model Parameters</a:t>
            </a:r>
            <a:endParaRPr dirty="0"/>
          </a:p>
        </p:txBody>
      </p:sp>
      <p:pic>
        <p:nvPicPr>
          <p:cNvPr id="360" name="Google Shape;360;p58"/>
          <p:cNvPicPr preferRelativeResize="0"/>
          <p:nvPr/>
        </p:nvPicPr>
        <p:blipFill>
          <a:blip r:embed="rId3">
            <a:alphaModFix/>
          </a:blip>
          <a:stretch>
            <a:fillRect/>
          </a:stretch>
        </p:blipFill>
        <p:spPr>
          <a:xfrm>
            <a:off x="0" y="863600"/>
            <a:ext cx="9144000" cy="42798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9"/>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dirty="0"/>
              <a:t>Performance on Test Set </a:t>
            </a:r>
            <a:endParaRPr dirty="0"/>
          </a:p>
        </p:txBody>
      </p:sp>
      <p:pic>
        <p:nvPicPr>
          <p:cNvPr id="367" name="Google Shape;367;p59"/>
          <p:cNvPicPr preferRelativeResize="0"/>
          <p:nvPr/>
        </p:nvPicPr>
        <p:blipFill>
          <a:blip r:embed="rId3">
            <a:alphaModFix/>
          </a:blip>
          <a:stretch>
            <a:fillRect/>
          </a:stretch>
        </p:blipFill>
        <p:spPr>
          <a:xfrm>
            <a:off x="0" y="2260600"/>
            <a:ext cx="9143999" cy="2882899"/>
          </a:xfrm>
          <a:prstGeom prst="rect">
            <a:avLst/>
          </a:prstGeom>
          <a:noFill/>
          <a:ln>
            <a:noFill/>
          </a:ln>
        </p:spPr>
      </p:pic>
      <p:sp>
        <p:nvSpPr>
          <p:cNvPr id="2" name="TextBox 1">
            <a:extLst>
              <a:ext uri="{FF2B5EF4-FFF2-40B4-BE49-F238E27FC236}">
                <a16:creationId xmlns:a16="http://schemas.microsoft.com/office/drawing/2014/main" id="{C6A3077C-6B47-1682-7EA1-39DC31ED9C24}"/>
              </a:ext>
            </a:extLst>
          </p:cNvPr>
          <p:cNvSpPr txBox="1"/>
          <p:nvPr/>
        </p:nvSpPr>
        <p:spPr>
          <a:xfrm>
            <a:off x="152400" y="1143000"/>
            <a:ext cx="8668592" cy="1107996"/>
          </a:xfrm>
          <a:prstGeom prst="rect">
            <a:avLst/>
          </a:prstGeom>
          <a:noFill/>
        </p:spPr>
        <p:txBody>
          <a:bodyPr wrap="none" rtlCol="0">
            <a:spAutoFit/>
          </a:bodyPr>
          <a:lstStyle/>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adjusted</a:t>
            </a:r>
            <a:r>
              <a:rPr lang="en-US" sz="2400" dirty="0">
                <a:latin typeface="Times New Roman" panose="02020603050405020304" pitchFamily="18" charset="0"/>
                <a:cs typeface="Times New Roman" panose="02020603050405020304" pitchFamily="18" charset="0"/>
              </a:rPr>
              <a:t> </a:t>
            </a:r>
            <a:r>
              <a:rPr lang="en" sz="2400" b="1" dirty="0">
                <a:latin typeface="Times New Roman" panose="02020603050405020304" pitchFamily="18" charset="0"/>
                <a:cs typeface="Times New Roman" panose="02020603050405020304" pitchFamily="18" charset="0"/>
              </a:rPr>
              <a:t>R-squared</a:t>
            </a:r>
            <a:r>
              <a:rPr lang="en-US" sz="2400" dirty="0">
                <a:latin typeface="Times New Roman" panose="02020603050405020304" pitchFamily="18" charset="0"/>
                <a:cs typeface="Times New Roman" panose="02020603050405020304" pitchFamily="18" charset="0"/>
              </a:rPr>
              <a:t> came out to be 87% which validates that</a:t>
            </a:r>
          </a:p>
          <a:p>
            <a:r>
              <a:rPr lang="en-US" sz="2400" dirty="0">
                <a:latin typeface="Times New Roman" panose="02020603050405020304" pitchFamily="18" charset="0"/>
                <a:cs typeface="Times New Roman" panose="02020603050405020304" pitchFamily="18" charset="0"/>
              </a:rPr>
              <a:t>     model performance is good for unseen data.</a:t>
            </a:r>
            <a:endParaRPr lang="en-IN"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6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dirty="0"/>
              <a:t>Performance on 20-fold Cross Validation</a:t>
            </a:r>
            <a:endParaRPr dirty="0"/>
          </a:p>
        </p:txBody>
      </p:sp>
      <p:pic>
        <p:nvPicPr>
          <p:cNvPr id="374" name="Google Shape;374;p60"/>
          <p:cNvPicPr preferRelativeResize="0"/>
          <p:nvPr/>
        </p:nvPicPr>
        <p:blipFill>
          <a:blip r:embed="rId3">
            <a:alphaModFix/>
          </a:blip>
          <a:stretch>
            <a:fillRect/>
          </a:stretch>
        </p:blipFill>
        <p:spPr>
          <a:xfrm>
            <a:off x="0" y="2247901"/>
            <a:ext cx="9143999" cy="2895600"/>
          </a:xfrm>
          <a:prstGeom prst="rect">
            <a:avLst/>
          </a:prstGeom>
          <a:noFill/>
          <a:ln>
            <a:noFill/>
          </a:ln>
        </p:spPr>
      </p:pic>
      <p:sp>
        <p:nvSpPr>
          <p:cNvPr id="2" name="TextBox 1">
            <a:extLst>
              <a:ext uri="{FF2B5EF4-FFF2-40B4-BE49-F238E27FC236}">
                <a16:creationId xmlns:a16="http://schemas.microsoft.com/office/drawing/2014/main" id="{03546E71-B911-438B-5648-87A0DF581B61}"/>
              </a:ext>
            </a:extLst>
          </p:cNvPr>
          <p:cNvSpPr txBox="1"/>
          <p:nvPr/>
        </p:nvSpPr>
        <p:spPr>
          <a:xfrm>
            <a:off x="0" y="1123950"/>
            <a:ext cx="8978900" cy="1107996"/>
          </a:xfrm>
          <a:prstGeom prst="rect">
            <a:avLst/>
          </a:prstGeom>
          <a:noFill/>
        </p:spPr>
        <p:txBody>
          <a:bodyPr wrap="square" rtlCol="0">
            <a:spAutoFit/>
          </a:bodyPr>
          <a:lstStyle/>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average of </a:t>
            </a:r>
            <a:r>
              <a:rPr lang="en-US" sz="2400" b="1" dirty="0">
                <a:latin typeface="Times New Roman" panose="02020603050405020304" pitchFamily="18" charset="0"/>
                <a:cs typeface="Times New Roman" panose="02020603050405020304" pitchFamily="18" charset="0"/>
              </a:rPr>
              <a:t>adjusted</a:t>
            </a:r>
            <a:r>
              <a:rPr lang="en-US" sz="2400" dirty="0">
                <a:latin typeface="Times New Roman" panose="02020603050405020304" pitchFamily="18" charset="0"/>
                <a:cs typeface="Times New Roman" panose="02020603050405020304" pitchFamily="18" charset="0"/>
              </a:rPr>
              <a:t> </a:t>
            </a:r>
            <a:r>
              <a:rPr lang="en" sz="2400" b="1" dirty="0">
                <a:latin typeface="Times New Roman" panose="02020603050405020304" pitchFamily="18" charset="0"/>
                <a:cs typeface="Times New Roman" panose="02020603050405020304" pitchFamily="18" charset="0"/>
              </a:rPr>
              <a:t>R-squared</a:t>
            </a:r>
            <a:r>
              <a:rPr lang="en-US" sz="2400" dirty="0">
                <a:latin typeface="Times New Roman" panose="02020603050405020304" pitchFamily="18" charset="0"/>
                <a:cs typeface="Times New Roman" panose="02020603050405020304" pitchFamily="18" charset="0"/>
              </a:rPr>
              <a:t> came out to be 82% which    validates the consistent performance of the model.</a:t>
            </a:r>
            <a:endParaRPr lang="en-IN"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1"/>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Residual Plot</a:t>
            </a:r>
            <a:endParaRPr dirty="0"/>
          </a:p>
        </p:txBody>
      </p:sp>
      <p:sp>
        <p:nvSpPr>
          <p:cNvPr id="380" name="Google Shape;380;p61"/>
          <p:cNvSpPr txBox="1">
            <a:spLocks noGrp="1"/>
          </p:cNvSpPr>
          <p:nvPr>
            <p:ph idx="4294967295"/>
          </p:nvPr>
        </p:nvSpPr>
        <p:spPr>
          <a:xfrm>
            <a:off x="0" y="93663"/>
            <a:ext cx="8229600" cy="4448175"/>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sz="2600" b="1" u="sng"/>
          </a:p>
          <a:p>
            <a:pPr marL="0" lvl="0" indent="0" algn="l" rtl="0">
              <a:spcBef>
                <a:spcPts val="1200"/>
              </a:spcBef>
              <a:spcAft>
                <a:spcPts val="0"/>
              </a:spcAft>
              <a:buNone/>
            </a:pPr>
            <a:endParaRPr sz="2600" b="1" u="sng"/>
          </a:p>
          <a:p>
            <a:pPr marL="0" lvl="0" indent="0" algn="l" rtl="0">
              <a:spcBef>
                <a:spcPts val="1200"/>
              </a:spcBef>
              <a:spcAft>
                <a:spcPts val="1200"/>
              </a:spcAft>
              <a:buNone/>
            </a:pPr>
            <a:endParaRPr sz="2600" b="1" u="sng"/>
          </a:p>
        </p:txBody>
      </p:sp>
      <p:pic>
        <p:nvPicPr>
          <p:cNvPr id="381" name="Google Shape;381;p61"/>
          <p:cNvPicPr preferRelativeResize="0"/>
          <p:nvPr/>
        </p:nvPicPr>
        <p:blipFill>
          <a:blip r:embed="rId3">
            <a:alphaModFix/>
          </a:blip>
          <a:stretch>
            <a:fillRect/>
          </a:stretch>
        </p:blipFill>
        <p:spPr>
          <a:xfrm>
            <a:off x="0" y="850901"/>
            <a:ext cx="9143999" cy="42926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2"/>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Residual Plot Insights</a:t>
            </a:r>
            <a:endParaRPr dirty="0"/>
          </a:p>
        </p:txBody>
      </p:sp>
      <p:sp>
        <p:nvSpPr>
          <p:cNvPr id="387" name="Google Shape;387;p62"/>
          <p:cNvSpPr txBox="1">
            <a:spLocks noGrp="1"/>
          </p:cNvSpPr>
          <p:nvPr>
            <p:ph idx="4294967295"/>
          </p:nvPr>
        </p:nvSpPr>
        <p:spPr>
          <a:xfrm>
            <a:off x="0" y="819150"/>
            <a:ext cx="9144000" cy="4324350"/>
          </a:xfrm>
          <a:prstGeom prst="rect">
            <a:avLst/>
          </a:prstGeom>
        </p:spPr>
        <p:txBody>
          <a:bodyPr spcFirstLastPara="1" wrap="square" lIns="91425" tIns="45700" rIns="91425" bIns="45700" anchor="t" anchorCtr="0">
            <a:noAutofit/>
          </a:bodyPr>
          <a:lstStyle/>
          <a:p>
            <a:pPr marL="457200" lvl="0" indent="-342900" rtl="0">
              <a:lnSpc>
                <a:spcPct val="80000"/>
              </a:lnSpc>
              <a:spcBef>
                <a:spcPts val="120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The residuals should be </a:t>
            </a:r>
            <a:r>
              <a:rPr lang="en" sz="2000" b="1" dirty="0">
                <a:latin typeface="Times New Roman" panose="02020603050405020304" pitchFamily="18" charset="0"/>
                <a:cs typeface="Times New Roman" panose="02020603050405020304" pitchFamily="18" charset="0"/>
              </a:rPr>
              <a:t>randomly scattered</a:t>
            </a:r>
            <a:r>
              <a:rPr lang="en" sz="2000" dirty="0">
                <a:latin typeface="Times New Roman" panose="02020603050405020304" pitchFamily="18" charset="0"/>
                <a:cs typeface="Times New Roman" panose="02020603050405020304" pitchFamily="18" charset="0"/>
              </a:rPr>
              <a:t> around zero, without any clear pattern to validate :</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914400" lvl="1" indent="-342900"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Linear relationship between the predictors and the response.</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marL="914400" lvl="1" indent="-342900"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Homoscedasticity (constant variance of errors)</a:t>
            </a:r>
            <a:br>
              <a:rPr lang="en" sz="2000" dirty="0">
                <a:latin typeface="Times New Roman" panose="02020603050405020304" pitchFamily="18" charset="0"/>
                <a:cs typeface="Times New Roman" panose="02020603050405020304" pitchFamily="18" charset="0"/>
              </a:rPr>
            </a:br>
            <a:endParaRPr sz="2000" dirty="0">
              <a:latin typeface="Times New Roman" panose="02020603050405020304" pitchFamily="18" charset="0"/>
              <a:cs typeface="Times New Roman" panose="02020603050405020304" pitchFamily="18" charset="0"/>
            </a:endParaRPr>
          </a:p>
          <a:p>
            <a:pPr lvl="0" rtl="0">
              <a:spcBef>
                <a:spcPts val="1200"/>
              </a:spcBef>
              <a:spcAft>
                <a:spcPts val="0"/>
              </a:spcAft>
              <a:buClr>
                <a:schemeClr val="dk1"/>
              </a:buClr>
              <a:buSzPts val="11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We got a curved pattern in the residual plot which indicates a non-linear relationship, thus we cannot validate the assumptions of MLRM.</a:t>
            </a:r>
            <a:endParaRPr sz="2000" dirty="0">
              <a:latin typeface="Times New Roman" panose="02020603050405020304" pitchFamily="18" charset="0"/>
              <a:cs typeface="Times New Roman" panose="02020603050405020304" pitchFamily="18" charset="0"/>
            </a:endParaRPr>
          </a:p>
          <a:p>
            <a:pPr lvl="0" rtl="0">
              <a:spcBef>
                <a:spcPts val="1200"/>
              </a:spcBef>
              <a:spcAft>
                <a:spcPts val="1200"/>
              </a:spcAft>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We do not have enough evidence to validate homoscedasticity and linearity even in the improved model.</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63"/>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a:t>Best Model Selection</a:t>
            </a:r>
            <a:endParaRPr/>
          </a:p>
        </p:txBody>
      </p:sp>
      <p:sp>
        <p:nvSpPr>
          <p:cNvPr id="393" name="Google Shape;393;p63"/>
          <p:cNvSpPr txBox="1">
            <a:spLocks noGrp="1"/>
          </p:cNvSpPr>
          <p:nvPr>
            <p:ph idx="4294967295"/>
          </p:nvPr>
        </p:nvSpPr>
        <p:spPr>
          <a:xfrm>
            <a:off x="0" y="952500"/>
            <a:ext cx="8229600" cy="3857625"/>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dirty="0"/>
          </a:p>
          <a:p>
            <a:pPr marL="457200" lvl="0" indent="-342900" algn="l" rtl="0">
              <a:spcBef>
                <a:spcPts val="1200"/>
              </a:spcBef>
              <a:spcAft>
                <a:spcPts val="0"/>
              </a:spcAft>
              <a:buSzPts val="1800"/>
              <a:buChar char="●"/>
            </a:pPr>
            <a:r>
              <a:rPr lang="en" sz="1800" dirty="0">
                <a:latin typeface="Times New Roman" panose="02020603050405020304" pitchFamily="18" charset="0"/>
                <a:cs typeface="Times New Roman" panose="02020603050405020304" pitchFamily="18" charset="0"/>
              </a:rPr>
              <a:t>Used AIC,BIC and Mallows Cp for selection of best subset of predictors.</a:t>
            </a:r>
            <a:endParaRPr sz="18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Char char="●"/>
            </a:pPr>
            <a:r>
              <a:rPr lang="en" sz="1800" b="1" dirty="0">
                <a:latin typeface="Times New Roman" panose="02020603050405020304" pitchFamily="18" charset="0"/>
                <a:cs typeface="Times New Roman" panose="02020603050405020304" pitchFamily="18" charset="0"/>
              </a:rPr>
              <a:t>Formula:</a:t>
            </a:r>
            <a:endParaRPr sz="1800" b="1" dirty="0">
              <a:latin typeface="Times New Roman" panose="02020603050405020304" pitchFamily="18" charset="0"/>
              <a:cs typeface="Times New Roman" panose="02020603050405020304" pitchFamily="18" charset="0"/>
            </a:endParaRPr>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lnSpc>
                <a:spcPct val="100000"/>
              </a:lnSpc>
              <a:spcBef>
                <a:spcPts val="1200"/>
              </a:spcBef>
              <a:spcAft>
                <a:spcPts val="0"/>
              </a:spcAft>
              <a:buNone/>
            </a:pPr>
            <a:endParaRPr dirty="0"/>
          </a:p>
          <a:p>
            <a:pPr marL="114300" lvl="0" indent="0" algn="l" rtl="0">
              <a:lnSpc>
                <a:spcPct val="100000"/>
              </a:lnSpc>
              <a:spcBef>
                <a:spcPts val="360"/>
              </a:spcBef>
              <a:spcAft>
                <a:spcPts val="0"/>
              </a:spcAft>
              <a:buSzPts val="1800"/>
              <a:buNone/>
            </a:pPr>
            <a:endParaRPr lang="en" dirty="0"/>
          </a:p>
          <a:p>
            <a:pPr marL="114300" lvl="0" indent="0" algn="l" rtl="0">
              <a:lnSpc>
                <a:spcPct val="100000"/>
              </a:lnSpc>
              <a:spcBef>
                <a:spcPts val="360"/>
              </a:spcBef>
              <a:spcAft>
                <a:spcPts val="0"/>
              </a:spcAft>
              <a:buSzPts val="1800"/>
              <a:buNone/>
            </a:pPr>
            <a:endParaRPr lang="en" dirty="0"/>
          </a:p>
          <a:p>
            <a:pPr marL="457200" lvl="0" indent="-342900" algn="l" rtl="0">
              <a:lnSpc>
                <a:spcPct val="100000"/>
              </a:lnSpc>
              <a:spcBef>
                <a:spcPts val="360"/>
              </a:spcBef>
              <a:spcAft>
                <a:spcPts val="0"/>
              </a:spcAft>
              <a:buSzPts val="1800"/>
              <a:buChar char="●"/>
            </a:pPr>
            <a:r>
              <a:rPr lang="en" sz="1800" dirty="0">
                <a:latin typeface="Times New Roman" panose="02020603050405020304" pitchFamily="18" charset="0"/>
                <a:cs typeface="Times New Roman" panose="02020603050405020304" pitchFamily="18" charset="0"/>
              </a:rPr>
              <a:t>Where k = number of parameters (including intercept),L = likelihood of the model,n = number of observations</a:t>
            </a:r>
            <a:endParaRPr sz="1800" dirty="0">
              <a:latin typeface="Times New Roman" panose="02020603050405020304" pitchFamily="18" charset="0"/>
              <a:cs typeface="Times New Roman" panose="02020603050405020304" pitchFamily="18" charset="0"/>
            </a:endParaRPr>
          </a:p>
          <a:p>
            <a:pPr marL="457200" lvl="0" indent="-342900" algn="l" rtl="0">
              <a:lnSpc>
                <a:spcPct val="100000"/>
              </a:lnSpc>
              <a:spcBef>
                <a:spcPts val="360"/>
              </a:spcBef>
              <a:spcAft>
                <a:spcPts val="0"/>
              </a:spcAft>
              <a:buSzPts val="1800"/>
              <a:buChar char="●"/>
            </a:pPr>
            <a:r>
              <a:rPr lang="en" sz="1800" dirty="0">
                <a:latin typeface="Times New Roman" panose="02020603050405020304" pitchFamily="18" charset="0"/>
                <a:cs typeface="Times New Roman" panose="02020603050405020304" pitchFamily="18" charset="0"/>
              </a:rPr>
              <a:t>​            = Sum of Squared Errors for the candidate model with p predictors</a:t>
            </a:r>
            <a:endParaRPr sz="1800" dirty="0">
              <a:latin typeface="Times New Roman" panose="02020603050405020304" pitchFamily="18" charset="0"/>
              <a:cs typeface="Times New Roman" panose="02020603050405020304" pitchFamily="18" charset="0"/>
            </a:endParaRPr>
          </a:p>
        </p:txBody>
      </p:sp>
      <p:pic>
        <p:nvPicPr>
          <p:cNvPr id="394" name="Google Shape;394;p63"/>
          <p:cNvPicPr preferRelativeResize="0"/>
          <p:nvPr/>
        </p:nvPicPr>
        <p:blipFill>
          <a:blip r:embed="rId3">
            <a:alphaModFix/>
          </a:blip>
          <a:stretch>
            <a:fillRect/>
          </a:stretch>
        </p:blipFill>
        <p:spPr>
          <a:xfrm>
            <a:off x="1663700" y="1742875"/>
            <a:ext cx="3156975" cy="536775"/>
          </a:xfrm>
          <a:prstGeom prst="rect">
            <a:avLst/>
          </a:prstGeom>
          <a:noFill/>
          <a:ln>
            <a:noFill/>
          </a:ln>
        </p:spPr>
      </p:pic>
      <p:pic>
        <p:nvPicPr>
          <p:cNvPr id="395" name="Google Shape;395;p63"/>
          <p:cNvPicPr preferRelativeResize="0"/>
          <p:nvPr/>
        </p:nvPicPr>
        <p:blipFill>
          <a:blip r:embed="rId4">
            <a:alphaModFix/>
          </a:blip>
          <a:stretch>
            <a:fillRect/>
          </a:stretch>
        </p:blipFill>
        <p:spPr>
          <a:xfrm>
            <a:off x="1670050" y="2273301"/>
            <a:ext cx="3149600" cy="476250"/>
          </a:xfrm>
          <a:prstGeom prst="rect">
            <a:avLst/>
          </a:prstGeom>
          <a:solidFill>
            <a:schemeClr val="tx2"/>
          </a:solidFill>
          <a:ln>
            <a:noFill/>
          </a:ln>
        </p:spPr>
      </p:pic>
      <p:pic>
        <p:nvPicPr>
          <p:cNvPr id="396" name="Google Shape;396;p63"/>
          <p:cNvPicPr preferRelativeResize="0"/>
          <p:nvPr/>
        </p:nvPicPr>
        <p:blipFill>
          <a:blip r:embed="rId5">
            <a:alphaModFix/>
          </a:blip>
          <a:stretch>
            <a:fillRect/>
          </a:stretch>
        </p:blipFill>
        <p:spPr>
          <a:xfrm>
            <a:off x="1670775" y="2751275"/>
            <a:ext cx="3155225" cy="688250"/>
          </a:xfrm>
          <a:prstGeom prst="rect">
            <a:avLst/>
          </a:prstGeom>
          <a:noFill/>
          <a:ln>
            <a:noFill/>
          </a:ln>
        </p:spPr>
      </p:pic>
      <p:pic>
        <p:nvPicPr>
          <p:cNvPr id="397" name="Google Shape;397;p63"/>
          <p:cNvPicPr preferRelativeResize="0"/>
          <p:nvPr/>
        </p:nvPicPr>
        <p:blipFill>
          <a:blip r:embed="rId6">
            <a:alphaModFix/>
          </a:blip>
          <a:stretch>
            <a:fillRect/>
          </a:stretch>
        </p:blipFill>
        <p:spPr>
          <a:xfrm>
            <a:off x="365425" y="4333000"/>
            <a:ext cx="834450" cy="3442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4"/>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Finding the Best Model</a:t>
            </a:r>
            <a:endParaRPr dirty="0"/>
          </a:p>
        </p:txBody>
      </p:sp>
      <p:sp>
        <p:nvSpPr>
          <p:cNvPr id="403" name="Google Shape;403;p64"/>
          <p:cNvSpPr txBox="1">
            <a:spLocks noGrp="1"/>
          </p:cNvSpPr>
          <p:nvPr>
            <p:ph idx="4294967295"/>
          </p:nvPr>
        </p:nvSpPr>
        <p:spPr>
          <a:xfrm>
            <a:off x="0" y="1549400"/>
            <a:ext cx="8229600" cy="3300413"/>
          </a:xfrm>
          <a:prstGeom prst="rect">
            <a:avLst/>
          </a:prstGeom>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Fitted all the possible models(                          models)and calculated the values of AIC,BIC and Mallows Cp.</a:t>
            </a: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Investigated the models having lowest AIC,BIC and Mallows Cp values.</a:t>
            </a: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BIC reduces the model complexity from 14 predictors to 10 predictors.</a:t>
            </a: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AIC and Mallows Cp reduces the model complexity from 14 predictors to 12 predictors.</a:t>
            </a: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Selected the model having 10 predictors as the final model.</a:t>
            </a: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Final predictors selected are:</a:t>
            </a:r>
            <a:endParaRPr sz="2000" dirty="0">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age,bmi,smoker,bmi^2,interaction terms of smoker with age and bmi,sex_male,region_southeast,region_southwest,few_children and many_children.</a:t>
            </a:r>
            <a:endParaRPr sz="2000" dirty="0">
              <a:latin typeface="Times New Roman" panose="02020603050405020304" pitchFamily="18" charset="0"/>
              <a:cs typeface="Times New Roman" panose="02020603050405020304" pitchFamily="18" charset="0"/>
            </a:endParaRPr>
          </a:p>
        </p:txBody>
      </p:sp>
      <p:pic>
        <p:nvPicPr>
          <p:cNvPr id="404" name="Google Shape;404;p64"/>
          <p:cNvPicPr preferRelativeResize="0"/>
          <p:nvPr/>
        </p:nvPicPr>
        <p:blipFill>
          <a:blip r:embed="rId3">
            <a:alphaModFix/>
          </a:blip>
          <a:stretch>
            <a:fillRect/>
          </a:stretch>
        </p:blipFill>
        <p:spPr>
          <a:xfrm>
            <a:off x="3639029" y="1675061"/>
            <a:ext cx="1532250" cy="324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65"/>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Predictors Selected by AIC,BIC &amp; Mallow’s Cp</a:t>
            </a:r>
            <a:endParaRPr dirty="0"/>
          </a:p>
        </p:txBody>
      </p:sp>
      <p:pic>
        <p:nvPicPr>
          <p:cNvPr id="411" name="Google Shape;411;p65"/>
          <p:cNvPicPr preferRelativeResize="0"/>
          <p:nvPr/>
        </p:nvPicPr>
        <p:blipFill>
          <a:blip r:embed="rId3">
            <a:alphaModFix/>
          </a:blip>
          <a:stretch>
            <a:fillRect/>
          </a:stretch>
        </p:blipFill>
        <p:spPr>
          <a:xfrm>
            <a:off x="0" y="857250"/>
            <a:ext cx="9144000" cy="42862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66"/>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 sz="3200" dirty="0"/>
              <a:t>Fitting Best Model Obtained using BIC </a:t>
            </a:r>
            <a:endParaRPr sz="3200" dirty="0"/>
          </a:p>
        </p:txBody>
      </p:sp>
      <p:sp>
        <p:nvSpPr>
          <p:cNvPr id="417" name="Google Shape;417;p66"/>
          <p:cNvSpPr txBox="1">
            <a:spLocks noGrp="1"/>
          </p:cNvSpPr>
          <p:nvPr>
            <p:ph idx="4294967295"/>
          </p:nvPr>
        </p:nvSpPr>
        <p:spPr>
          <a:xfrm>
            <a:off x="0" y="1060450"/>
            <a:ext cx="8164513" cy="3719513"/>
          </a:xfrm>
          <a:prstGeom prst="rect">
            <a:avLst/>
          </a:prstGeom>
        </p:spPr>
        <p:txBody>
          <a:bodyPr spcFirstLastPara="1" wrap="square" lIns="91425" tIns="45700" rIns="91425" bIns="45700" anchor="t" anchorCtr="0">
            <a:normAutofit/>
          </a:bodyPr>
          <a:lstStyle/>
          <a:p>
            <a:pPr lvl="0" algn="l" rtl="0">
              <a:spcBef>
                <a:spcPts val="360"/>
              </a:spcBef>
              <a:spcAft>
                <a:spcPts val="0"/>
              </a:spcAft>
              <a:buFont typeface="Wingdings" panose="05000000000000000000" pitchFamily="2" charset="2"/>
              <a:buChar char="q"/>
            </a:pPr>
            <a:r>
              <a:rPr lang="en" sz="1800" dirty="0">
                <a:latin typeface="Times New Roman" panose="02020603050405020304" pitchFamily="18" charset="0"/>
                <a:cs typeface="Times New Roman" panose="02020603050405020304" pitchFamily="18" charset="0"/>
              </a:rPr>
              <a:t>We use the same train test split for fitting and evaluating model performance, but we use the 10 predictors selected using the mentioned criterion to account for tradeoff between model complexity and goodness of fit. </a:t>
            </a:r>
          </a:p>
          <a:p>
            <a:pPr marL="0" lvl="0" indent="0" algn="l" rtl="0">
              <a:spcBef>
                <a:spcPts val="360"/>
              </a:spcBef>
              <a:spcAft>
                <a:spcPts val="0"/>
              </a:spcAft>
              <a:buNone/>
            </a:pPr>
            <a:endParaRPr lang="en" sz="1800" dirty="0">
              <a:latin typeface="Times New Roman" panose="02020603050405020304" pitchFamily="18" charset="0"/>
              <a:cs typeface="Times New Roman" panose="02020603050405020304" pitchFamily="18" charset="0"/>
            </a:endParaRPr>
          </a:p>
          <a:p>
            <a:pPr lvl="0" algn="l" rtl="0">
              <a:spcBef>
                <a:spcPts val="360"/>
              </a:spcBef>
              <a:spcAft>
                <a:spcPts val="0"/>
              </a:spcAft>
              <a:buFont typeface="Wingdings" panose="05000000000000000000" pitchFamily="2" charset="2"/>
              <a:buChar char="q"/>
            </a:pPr>
            <a:r>
              <a:rPr lang="en" sz="1800" b="1" dirty="0">
                <a:latin typeface="Times New Roman" panose="02020603050405020304" pitchFamily="18" charset="0"/>
                <a:cs typeface="Times New Roman" panose="02020603050405020304" pitchFamily="18" charset="0"/>
              </a:rPr>
              <a:t>Model Performance on train set :</a:t>
            </a:r>
            <a:endParaRPr sz="1800" b="1" dirty="0">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dirty="0"/>
          </a:p>
        </p:txBody>
      </p:sp>
      <p:pic>
        <p:nvPicPr>
          <p:cNvPr id="418" name="Google Shape;418;p66"/>
          <p:cNvPicPr preferRelativeResize="0"/>
          <p:nvPr/>
        </p:nvPicPr>
        <p:blipFill>
          <a:blip r:embed="rId3">
            <a:alphaModFix/>
          </a:blip>
          <a:stretch>
            <a:fillRect/>
          </a:stretch>
        </p:blipFill>
        <p:spPr>
          <a:xfrm>
            <a:off x="0" y="2637350"/>
            <a:ext cx="9144000" cy="25061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67"/>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 dirty="0"/>
              <a:t>Final Model Parameters </a:t>
            </a:r>
            <a:endParaRPr b="1" u="sng" dirty="0"/>
          </a:p>
        </p:txBody>
      </p:sp>
      <p:pic>
        <p:nvPicPr>
          <p:cNvPr id="425" name="Google Shape;425;p67"/>
          <p:cNvPicPr preferRelativeResize="0"/>
          <p:nvPr/>
        </p:nvPicPr>
        <p:blipFill>
          <a:blip r:embed="rId3">
            <a:alphaModFix/>
          </a:blip>
          <a:stretch>
            <a:fillRect/>
          </a:stretch>
        </p:blipFill>
        <p:spPr>
          <a:xfrm>
            <a:off x="0" y="844550"/>
            <a:ext cx="9144000" cy="42989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8"/>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 dirty="0"/>
              <a:t>Performance of Final Model on Test Set </a:t>
            </a:r>
            <a:endParaRPr dirty="0"/>
          </a:p>
        </p:txBody>
      </p:sp>
      <p:pic>
        <p:nvPicPr>
          <p:cNvPr id="432" name="Google Shape;432;p68"/>
          <p:cNvPicPr preferRelativeResize="0"/>
          <p:nvPr/>
        </p:nvPicPr>
        <p:blipFill>
          <a:blip r:embed="rId3">
            <a:alphaModFix/>
          </a:blip>
          <a:stretch>
            <a:fillRect/>
          </a:stretch>
        </p:blipFill>
        <p:spPr>
          <a:xfrm>
            <a:off x="0" y="2209800"/>
            <a:ext cx="9144000" cy="2933700"/>
          </a:xfrm>
          <a:prstGeom prst="rect">
            <a:avLst/>
          </a:prstGeom>
          <a:noFill/>
          <a:ln>
            <a:noFill/>
          </a:ln>
        </p:spPr>
      </p:pic>
      <p:sp>
        <p:nvSpPr>
          <p:cNvPr id="2" name="TextBox 1">
            <a:extLst>
              <a:ext uri="{FF2B5EF4-FFF2-40B4-BE49-F238E27FC236}">
                <a16:creationId xmlns:a16="http://schemas.microsoft.com/office/drawing/2014/main" id="{966EF223-33DE-D653-403A-FE13326AAF56}"/>
              </a:ext>
            </a:extLst>
          </p:cNvPr>
          <p:cNvSpPr txBox="1"/>
          <p:nvPr/>
        </p:nvSpPr>
        <p:spPr>
          <a:xfrm>
            <a:off x="-63500" y="1104900"/>
            <a:ext cx="9207500" cy="1015663"/>
          </a:xfrm>
          <a:prstGeom prst="rect">
            <a:avLst/>
          </a:prstGeom>
          <a:noFill/>
        </p:spPr>
        <p:txBody>
          <a:bodyPr wrap="square" rtlCol="0">
            <a:spAutoFit/>
          </a:bodyPr>
          <a:lstStyle/>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adjusted</a:t>
            </a:r>
            <a:r>
              <a:rPr lang="en-US" sz="2000" dirty="0">
                <a:latin typeface="Times New Roman" panose="02020603050405020304" pitchFamily="18" charset="0"/>
                <a:cs typeface="Times New Roman" panose="02020603050405020304" pitchFamily="18" charset="0"/>
              </a:rPr>
              <a:t> </a:t>
            </a:r>
            <a:r>
              <a:rPr lang="en" sz="2000" b="1" dirty="0">
                <a:latin typeface="Times New Roman" panose="02020603050405020304" pitchFamily="18" charset="0"/>
                <a:cs typeface="Times New Roman" panose="02020603050405020304" pitchFamily="18" charset="0"/>
              </a:rPr>
              <a:t>R-squared</a:t>
            </a:r>
            <a:r>
              <a:rPr lang="en-US" sz="2000" dirty="0">
                <a:latin typeface="Times New Roman" panose="02020603050405020304" pitchFamily="18" charset="0"/>
                <a:cs typeface="Times New Roman" panose="02020603050405020304" pitchFamily="18" charset="0"/>
              </a:rPr>
              <a:t> came out to be 86% which validates that model is extremely good with unseen data.</a:t>
            </a:r>
            <a:endParaRPr lang="en-IN" sz="2000" dirty="0">
              <a:latin typeface="Times New Roman" panose="02020603050405020304" pitchFamily="18" charset="0"/>
              <a:cs typeface="Times New Roman" panose="02020603050405020304" pitchFamily="18" charset="0"/>
            </a:endParaRPr>
          </a:p>
          <a:p>
            <a:endParaRPr lang="en-IN"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69"/>
          <p:cNvSpPr txBox="1">
            <a:spLocks noGrp="1"/>
          </p:cNvSpPr>
          <p:nvPr>
            <p:ph type="title"/>
          </p:nvPr>
        </p:nvSpPr>
        <p:spPr>
          <a:prstGeom prst="rect">
            <a:avLst/>
          </a:prstGeom>
        </p:spPr>
        <p:txBody>
          <a:bodyPr spcFirstLastPara="1" wrap="square" lIns="91425" tIns="45700" rIns="91425" bIns="45700" anchor="ctr" anchorCtr="0">
            <a:normAutofit fontScale="90000"/>
          </a:bodyPr>
          <a:lstStyle/>
          <a:p>
            <a:pPr marL="0" lvl="0" indent="0" algn="ctr" rtl="0">
              <a:lnSpc>
                <a:spcPct val="300000"/>
              </a:lnSpc>
              <a:spcBef>
                <a:spcPts val="0"/>
              </a:spcBef>
              <a:spcAft>
                <a:spcPts val="0"/>
              </a:spcAft>
              <a:buClr>
                <a:schemeClr val="dk1"/>
              </a:buClr>
              <a:buSzPct val="36666"/>
              <a:buFont typeface="Arial"/>
              <a:buNone/>
            </a:pPr>
            <a:r>
              <a:rPr lang="en" dirty="0"/>
              <a:t>Performance of final model on 20-fold Cross Validation </a:t>
            </a:r>
            <a:endParaRPr dirty="0"/>
          </a:p>
          <a:p>
            <a:pPr marL="0" lvl="0" indent="0" algn="ctr" rtl="0">
              <a:spcBef>
                <a:spcPts val="0"/>
              </a:spcBef>
              <a:spcAft>
                <a:spcPts val="0"/>
              </a:spcAft>
              <a:buNone/>
            </a:pPr>
            <a:endParaRPr dirty="0"/>
          </a:p>
        </p:txBody>
      </p:sp>
      <p:pic>
        <p:nvPicPr>
          <p:cNvPr id="439" name="Google Shape;439;p69"/>
          <p:cNvPicPr preferRelativeResize="0"/>
          <p:nvPr/>
        </p:nvPicPr>
        <p:blipFill>
          <a:blip r:embed="rId3">
            <a:alphaModFix/>
          </a:blip>
          <a:stretch>
            <a:fillRect/>
          </a:stretch>
        </p:blipFill>
        <p:spPr>
          <a:xfrm>
            <a:off x="0" y="850900"/>
            <a:ext cx="9144000" cy="4292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7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pic>
        <p:nvPicPr>
          <p:cNvPr id="71684" name="Picture 4" descr="Generated image">
            <a:extLst>
              <a:ext uri="{FF2B5EF4-FFF2-40B4-BE49-F238E27FC236}">
                <a16:creationId xmlns:a16="http://schemas.microsoft.com/office/drawing/2014/main" id="{8DC1FEDC-12FD-E1B4-1844-3D5FB820A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88450" cy="5143500"/>
          </a:xfrm>
          <a:prstGeom prst="rect">
            <a:avLst/>
          </a:prstGeom>
          <a:noFill/>
          <a:effectLst>
            <a:glow rad="127000">
              <a:schemeClr val="bg2">
                <a:lumMod val="20000"/>
                <a:lumOff val="80000"/>
              </a:schemeClr>
            </a:glow>
            <a:outerShdw blurRad="50800" dist="50800" dir="5400000" algn="ctr" rotWithShape="0">
              <a:srgbClr val="000000"/>
            </a:outerShdw>
            <a:reflection blurRad="571500" stA="93000" endPos="51000" dist="254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71"/>
          <p:cNvSpPr txBox="1">
            <a:spLocks noGrp="1"/>
          </p:cNvSpPr>
          <p:nvPr>
            <p:ph type="title"/>
          </p:nvPr>
        </p:nvSpPr>
        <p:spPr>
          <a:xfrm>
            <a:off x="0" y="-48021"/>
            <a:ext cx="9144000" cy="857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Linearity</a:t>
            </a:r>
            <a:endParaRPr dirty="0"/>
          </a:p>
        </p:txBody>
      </p:sp>
      <p:sp>
        <p:nvSpPr>
          <p:cNvPr id="451" name="Google Shape;451;p71"/>
          <p:cNvSpPr txBox="1">
            <a:spLocks noGrp="1"/>
          </p:cNvSpPr>
          <p:nvPr>
            <p:ph idx="4294967295"/>
          </p:nvPr>
        </p:nvSpPr>
        <p:spPr>
          <a:xfrm flipH="1">
            <a:off x="0" y="793750"/>
            <a:ext cx="8229600" cy="1143000"/>
          </a:xfrm>
          <a:prstGeom prst="rect">
            <a:avLst/>
          </a:prstGeom>
        </p:spPr>
        <p:txBody>
          <a:bodyPr spcFirstLastPara="1" wrap="square" lIns="91425" tIns="45700" rIns="91425" bIns="45700" anchor="t" anchorCtr="0">
            <a:normAutofit/>
          </a:bodyPr>
          <a:lstStyle/>
          <a:p>
            <a:pPr lvl="0" algn="ctr" rtl="0">
              <a:spcBef>
                <a:spcPts val="360"/>
              </a:spcBef>
              <a:spcAft>
                <a:spcPts val="0"/>
              </a:spcAft>
              <a:buClr>
                <a:schemeClr val="dk1"/>
              </a:buClr>
              <a:buSzPct val="44000"/>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The curve pattern in the residual vs fitted  plot for our final model does not allow us to validate linear relationship between response and predictors  and homoscedasticity of errors.</a:t>
            </a:r>
            <a:endParaRPr sz="2000" dirty="0">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dirty="0"/>
          </a:p>
        </p:txBody>
      </p:sp>
      <p:pic>
        <p:nvPicPr>
          <p:cNvPr id="452" name="Google Shape;452;p71"/>
          <p:cNvPicPr preferRelativeResize="0"/>
          <p:nvPr/>
        </p:nvPicPr>
        <p:blipFill>
          <a:blip r:embed="rId3">
            <a:alphaModFix/>
          </a:blip>
          <a:stretch>
            <a:fillRect/>
          </a:stretch>
        </p:blipFill>
        <p:spPr>
          <a:xfrm>
            <a:off x="0" y="1866900"/>
            <a:ext cx="9144000" cy="32258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72"/>
          <p:cNvSpPr txBox="1">
            <a:spLocks noGrp="1"/>
          </p:cNvSpPr>
          <p:nvPr>
            <p:ph type="title"/>
          </p:nvPr>
        </p:nvSpPr>
        <p:spPr>
          <a:xfrm>
            <a:off x="0" y="0"/>
            <a:ext cx="9144000" cy="8181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Multicollinearity</a:t>
            </a:r>
            <a:endParaRPr dirty="0"/>
          </a:p>
        </p:txBody>
      </p:sp>
      <p:sp>
        <p:nvSpPr>
          <p:cNvPr id="458" name="Google Shape;458;p72"/>
          <p:cNvSpPr txBox="1">
            <a:spLocks noGrp="1"/>
          </p:cNvSpPr>
          <p:nvPr>
            <p:ph idx="4294967295"/>
          </p:nvPr>
        </p:nvSpPr>
        <p:spPr>
          <a:xfrm>
            <a:off x="4591050" y="1238250"/>
            <a:ext cx="4552950" cy="2214563"/>
          </a:xfrm>
          <a:prstGeom prst="rect">
            <a:avLst/>
          </a:prstGeom>
        </p:spPr>
        <p:txBody>
          <a:bodyPr spcFirstLastPara="1" wrap="square" lIns="91425" tIns="45700" rIns="91425" bIns="45700" numCol="1" anchor="t" anchorCtr="0">
            <a:normAutofit/>
          </a:bodyPr>
          <a:lstStyle/>
          <a:p>
            <a:pPr lvl="0" algn="l" rtl="0">
              <a:spcBef>
                <a:spcPts val="360"/>
              </a:spcBef>
              <a:spcAft>
                <a:spcPts val="1200"/>
              </a:spcAft>
              <a:buFont typeface="Wingdings" panose="05000000000000000000" pitchFamily="2" charset="2"/>
              <a:buChar char="q"/>
            </a:pPr>
            <a:r>
              <a:rPr lang="en" sz="2000" dirty="0">
                <a:latin typeface="Times New Roman" panose="02020603050405020304" pitchFamily="18" charset="0"/>
                <a:cs typeface="Times New Roman" panose="02020603050405020304" pitchFamily="18" charset="0"/>
              </a:rPr>
              <a:t>Since all VIF values of predictors in our final model is very small (&lt;&lt;5), we can conclude absence of multicollinearity in our final design matrix.</a:t>
            </a:r>
            <a:endParaRPr sz="2000" dirty="0">
              <a:latin typeface="Times New Roman" panose="02020603050405020304" pitchFamily="18" charset="0"/>
              <a:cs typeface="Times New Roman" panose="02020603050405020304" pitchFamily="18" charset="0"/>
            </a:endParaRPr>
          </a:p>
        </p:txBody>
      </p:sp>
      <p:pic>
        <p:nvPicPr>
          <p:cNvPr id="459" name="Google Shape;459;p72"/>
          <p:cNvPicPr preferRelativeResize="0"/>
          <p:nvPr/>
        </p:nvPicPr>
        <p:blipFill>
          <a:blip r:embed="rId3">
            <a:alphaModFix/>
          </a:blip>
          <a:stretch>
            <a:fillRect/>
          </a:stretch>
        </p:blipFill>
        <p:spPr>
          <a:xfrm>
            <a:off x="0" y="876300"/>
            <a:ext cx="4489450" cy="42672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75"/>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sz="3100" dirty="0"/>
              <a:t>Normality of Errors</a:t>
            </a:r>
            <a:endParaRPr sz="3100" dirty="0"/>
          </a:p>
        </p:txBody>
      </p:sp>
      <p:sp>
        <p:nvSpPr>
          <p:cNvPr id="477" name="Google Shape;477;p75"/>
          <p:cNvSpPr txBox="1">
            <a:spLocks noGrp="1"/>
          </p:cNvSpPr>
          <p:nvPr>
            <p:ph idx="4294967295"/>
          </p:nvPr>
        </p:nvSpPr>
        <p:spPr>
          <a:xfrm>
            <a:off x="0" y="850900"/>
            <a:ext cx="8164513" cy="1104900"/>
          </a:xfrm>
          <a:prstGeom prst="rect">
            <a:avLst/>
          </a:prstGeom>
        </p:spPr>
        <p:txBody>
          <a:bodyPr spcFirstLastPara="1" wrap="square" lIns="91425" tIns="45700" rIns="91425" bIns="45700" anchor="ctr" anchorCtr="0">
            <a:normAutofit lnSpcReduction="10000"/>
          </a:bodyPr>
          <a:lstStyle/>
          <a:p>
            <a:pPr lvl="0" algn="l" rtl="0">
              <a:spcBef>
                <a:spcPts val="0"/>
              </a:spcBef>
              <a:spcAft>
                <a:spcPts val="0"/>
              </a:spcAft>
              <a:buFont typeface="Wingdings" panose="05000000000000000000" pitchFamily="2" charset="2"/>
              <a:buChar char="q"/>
            </a:pPr>
            <a:r>
              <a:rPr lang="en" sz="1800" b="1" dirty="0">
                <a:latin typeface="Times New Roman" panose="02020603050405020304" pitchFamily="18" charset="0"/>
                <a:cs typeface="Times New Roman" panose="02020603050405020304" pitchFamily="18" charset="0"/>
              </a:rPr>
              <a:t>Shapiro Wilk Test</a:t>
            </a:r>
            <a:r>
              <a:rPr lang="en" sz="1800" dirty="0">
                <a:latin typeface="Times New Roman" panose="02020603050405020304" pitchFamily="18" charset="0"/>
                <a:ea typeface="Arial"/>
                <a:cs typeface="Times New Roman" panose="02020603050405020304" pitchFamily="18" charset="0"/>
                <a:sym typeface="Arial"/>
              </a:rPr>
              <a:t> yielded a p-value of approximately </a:t>
            </a:r>
            <a:r>
              <a:rPr lang="en" sz="1800" b="1" dirty="0">
                <a:latin typeface="Times New Roman" panose="02020603050405020304" pitchFamily="18" charset="0"/>
                <a:ea typeface="Arial"/>
                <a:cs typeface="Times New Roman" panose="02020603050405020304" pitchFamily="18" charset="0"/>
                <a:sym typeface="Arial"/>
              </a:rPr>
              <a:t>8.28 × 10⁻¹⁵</a:t>
            </a:r>
            <a:r>
              <a:rPr lang="en" sz="1800" dirty="0">
                <a:latin typeface="Times New Roman" panose="02020603050405020304" pitchFamily="18" charset="0"/>
                <a:ea typeface="Arial"/>
                <a:cs typeface="Times New Roman" panose="02020603050405020304" pitchFamily="18" charset="0"/>
                <a:sym typeface="Arial"/>
              </a:rPr>
              <a:t>, which is significantly less than the typical significance level of 0.05.</a:t>
            </a:r>
            <a:endParaRPr sz="1800" dirty="0">
              <a:latin typeface="Times New Roman" panose="02020603050405020304" pitchFamily="18" charset="0"/>
              <a:ea typeface="Arial"/>
              <a:cs typeface="Times New Roman" panose="02020603050405020304" pitchFamily="18" charset="0"/>
              <a:sym typeface="Arial"/>
            </a:endParaRPr>
          </a:p>
          <a:p>
            <a:pPr lvl="0" algn="l" rtl="0">
              <a:spcBef>
                <a:spcPts val="0"/>
              </a:spcBef>
              <a:spcAft>
                <a:spcPts val="0"/>
              </a:spcAft>
              <a:buFont typeface="Wingdings" panose="05000000000000000000" pitchFamily="2" charset="2"/>
              <a:buChar char="q"/>
            </a:pPr>
            <a:r>
              <a:rPr lang="en" sz="1800" dirty="0">
                <a:latin typeface="Times New Roman" panose="02020603050405020304" pitchFamily="18" charset="0"/>
                <a:cs typeface="Times New Roman" panose="02020603050405020304" pitchFamily="18" charset="0"/>
              </a:rPr>
              <a:t>Thus, we </a:t>
            </a:r>
            <a:r>
              <a:rPr lang="en" sz="1800" b="1" dirty="0">
                <a:latin typeface="Times New Roman" panose="02020603050405020304" pitchFamily="18" charset="0"/>
                <a:ea typeface="Arial"/>
                <a:cs typeface="Times New Roman" panose="02020603050405020304" pitchFamily="18" charset="0"/>
                <a:sym typeface="Arial"/>
              </a:rPr>
              <a:t>reject the null hypothesis</a:t>
            </a:r>
            <a:r>
              <a:rPr lang="en" sz="1800" dirty="0">
                <a:latin typeface="Times New Roman" panose="02020603050405020304" pitchFamily="18" charset="0"/>
                <a:ea typeface="Arial"/>
                <a:cs typeface="Times New Roman" panose="02020603050405020304" pitchFamily="18" charset="0"/>
                <a:sym typeface="Arial"/>
              </a:rPr>
              <a:t> that the residuals are normally distributed, indicating a </a:t>
            </a:r>
            <a:r>
              <a:rPr lang="en" sz="1800" b="1" dirty="0">
                <a:latin typeface="Times New Roman" panose="02020603050405020304" pitchFamily="18" charset="0"/>
                <a:ea typeface="Arial"/>
                <a:cs typeface="Times New Roman" panose="02020603050405020304" pitchFamily="18" charset="0"/>
                <a:sym typeface="Arial"/>
              </a:rPr>
              <a:t>violation of the normality assumption</a:t>
            </a:r>
            <a:r>
              <a:rPr lang="en" sz="1800" dirty="0">
                <a:latin typeface="Times New Roman" panose="02020603050405020304" pitchFamily="18" charset="0"/>
                <a:ea typeface="Arial"/>
                <a:cs typeface="Times New Roman" panose="02020603050405020304" pitchFamily="18" charset="0"/>
                <a:sym typeface="Arial"/>
              </a:rPr>
              <a:t> of errors in our model.</a:t>
            </a:r>
            <a:endParaRPr sz="1800" dirty="0">
              <a:highlight>
                <a:schemeClr val="lt1"/>
              </a:highlight>
              <a:latin typeface="Times New Roman" panose="02020603050405020304" pitchFamily="18" charset="0"/>
              <a:ea typeface="Courier New"/>
              <a:cs typeface="Times New Roman" panose="02020603050405020304" pitchFamily="18" charset="0"/>
              <a:sym typeface="Courier New"/>
            </a:endParaRPr>
          </a:p>
        </p:txBody>
      </p:sp>
      <p:pic>
        <p:nvPicPr>
          <p:cNvPr id="2" name="Google Shape;484;p76">
            <a:extLst>
              <a:ext uri="{FF2B5EF4-FFF2-40B4-BE49-F238E27FC236}">
                <a16:creationId xmlns:a16="http://schemas.microsoft.com/office/drawing/2014/main" id="{7B6329D8-14F0-55EF-44C0-F1BC4CAF60D1}"/>
              </a:ext>
            </a:extLst>
          </p:cNvPr>
          <p:cNvPicPr preferRelativeResize="0"/>
          <p:nvPr/>
        </p:nvPicPr>
        <p:blipFill>
          <a:blip r:embed="rId3">
            <a:alphaModFix/>
          </a:blip>
          <a:stretch>
            <a:fillRect/>
          </a:stretch>
        </p:blipFill>
        <p:spPr>
          <a:xfrm>
            <a:off x="0" y="1987550"/>
            <a:ext cx="9144000" cy="31559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73"/>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 dirty="0"/>
              <a:t>Independence of Errors &amp; Homoscedasticity</a:t>
            </a:r>
            <a:endParaRPr dirty="0"/>
          </a:p>
        </p:txBody>
      </p:sp>
      <p:sp>
        <p:nvSpPr>
          <p:cNvPr id="465" name="Google Shape;465;p73"/>
          <p:cNvSpPr txBox="1">
            <a:spLocks noGrp="1"/>
          </p:cNvSpPr>
          <p:nvPr>
            <p:ph idx="4294967295"/>
          </p:nvPr>
        </p:nvSpPr>
        <p:spPr>
          <a:xfrm>
            <a:off x="0" y="1255713"/>
            <a:ext cx="8164513" cy="3524250"/>
          </a:xfrm>
          <a:prstGeom prst="rect">
            <a:avLst/>
          </a:prstGeom>
        </p:spPr>
        <p:txBody>
          <a:bodyPr spcFirstLastPara="1" wrap="square" lIns="91425" tIns="45700" rIns="91425" bIns="45700" anchor="ctr" anchorCtr="0">
            <a:normAutofit/>
          </a:bodyPr>
          <a:lstStyle/>
          <a:p>
            <a:pPr>
              <a:spcBef>
                <a:spcPts val="700"/>
              </a:spcBef>
              <a:spcAft>
                <a:spcPts val="700"/>
              </a:spcAft>
              <a:buClr>
                <a:schemeClr val="dk1"/>
              </a:buClr>
              <a:buSzPts val="1100"/>
              <a:buFont typeface="Wingdings" panose="05000000000000000000" pitchFamily="2" charset="2"/>
              <a:buChar char="q"/>
            </a:pPr>
            <a:r>
              <a:rPr lang="en" sz="2400" dirty="0">
                <a:latin typeface="Times New Roman" panose="02020603050405020304" pitchFamily="18" charset="0"/>
                <a:cs typeface="Times New Roman" panose="02020603050405020304" pitchFamily="18" charset="0"/>
              </a:rPr>
              <a:t>Since value of Durbin-Watson Test Statistic comes out to be 1.9374 (close to 2) , we can accept the null hypothesis that errors are not autocorrelated.</a:t>
            </a:r>
            <a:r>
              <a:rPr lang="en-US" sz="2400" dirty="0">
                <a:latin typeface="Times New Roman" panose="02020603050405020304" pitchFamily="18" charset="0"/>
                <a:cs typeface="Times New Roman" panose="02020603050405020304" pitchFamily="18" charset="0"/>
              </a:rPr>
              <a:t> </a:t>
            </a:r>
          </a:p>
          <a:p>
            <a:pPr>
              <a:spcBef>
                <a:spcPts val="700"/>
              </a:spcBef>
              <a:spcAft>
                <a:spcPts val="700"/>
              </a:spcAft>
              <a:buClr>
                <a:schemeClr val="dk1"/>
              </a:buClr>
              <a:buSzPts val="11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P-value for the Breusch-Pagan test comes out to be 1.5289038546450486e-09 &lt;&lt; 0.05 hence we reject the null hypothesis that errors are homoscedastic.</a:t>
            </a:r>
          </a:p>
          <a:p>
            <a:pPr marL="0" lvl="0" indent="0" algn="l" rtl="0">
              <a:spcBef>
                <a:spcPts val="700"/>
              </a:spcBef>
              <a:spcAft>
                <a:spcPts val="700"/>
              </a:spcAft>
              <a:buClr>
                <a:schemeClr val="dk1"/>
              </a:buClr>
              <a:buSzPts val="1100"/>
              <a:buFont typeface="Arial"/>
              <a:buNone/>
            </a:pP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8"/>
          <p:cNvSpPr txBox="1">
            <a:spLocks noGrp="1"/>
          </p:cNvSpPr>
          <p:nvPr>
            <p:ph type="title"/>
          </p:nvPr>
        </p:nvSpPr>
        <p:spPr>
          <a:prstGeom prst="rect">
            <a:avLst/>
          </a:prstGeom>
        </p:spPr>
        <p:txBody>
          <a:bodyPr spcFirstLastPara="1" wrap="square" lIns="91425" tIns="45700" rIns="91425" bIns="45700" anchor="ctr" anchorCtr="0">
            <a:normAutofit/>
          </a:bodyPr>
          <a:lstStyle/>
          <a:p>
            <a:pPr marL="114300" lvl="0" rtl="0">
              <a:spcBef>
                <a:spcPts val="0"/>
              </a:spcBef>
              <a:spcAft>
                <a:spcPts val="0"/>
              </a:spcAft>
              <a:buSzPts val="1800"/>
            </a:pPr>
            <a:r>
              <a:rPr lang="en" dirty="0"/>
              <a:t>Conclusion</a:t>
            </a:r>
            <a:endParaRPr dirty="0"/>
          </a:p>
        </p:txBody>
      </p:sp>
      <p:sp>
        <p:nvSpPr>
          <p:cNvPr id="496" name="Google Shape;496;p78"/>
          <p:cNvSpPr txBox="1">
            <a:spLocks noGrp="1"/>
          </p:cNvSpPr>
          <p:nvPr>
            <p:ph idx="4294967295"/>
          </p:nvPr>
        </p:nvSpPr>
        <p:spPr>
          <a:xfrm>
            <a:off x="0" y="1255713"/>
            <a:ext cx="8164513" cy="3524250"/>
          </a:xfrm>
          <a:prstGeom prst="rect">
            <a:avLst/>
          </a:prstGeom>
        </p:spPr>
        <p:txBody>
          <a:bodyPr spcFirstLastPara="1" wrap="square" lIns="91425" tIns="45700" rIns="91425" bIns="45700" anchor="t" anchorCtr="0">
            <a:normAutofit/>
          </a:bodyPr>
          <a:lstStyle/>
          <a:p>
            <a:pPr lvl="0" algn="l" rtl="0">
              <a:spcBef>
                <a:spcPts val="1200"/>
              </a:spcBef>
              <a:spcAft>
                <a:spcPts val="0"/>
              </a:spcAft>
              <a:buFont typeface="Wingdings" panose="05000000000000000000" pitchFamily="2" charset="2"/>
              <a:buChar char="q"/>
            </a:pPr>
            <a:r>
              <a:rPr lang="en" sz="2400" dirty="0">
                <a:latin typeface="Times New Roman" panose="02020603050405020304" pitchFamily="18" charset="0"/>
                <a:cs typeface="Times New Roman" panose="02020603050405020304" pitchFamily="18" charset="0"/>
              </a:rPr>
              <a:t>Our final  Multiple Linear Regression model showed good predictive performance with a test set adj R² of 0.873 and RMSE of 0.3745. However, key assumptions like normality of errors and homoscedasticity were violated. Despite an average cross-validated R² of 0.82, these violations suggest that exploring advanced non-parametric methods may lead to more robust and reliable predictions.</a:t>
            </a:r>
            <a:endParaRPr sz="2400" dirty="0">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4"/>
        <p:cNvGrpSpPr/>
        <p:nvPr/>
      </p:nvGrpSpPr>
      <p:grpSpPr>
        <a:xfrm>
          <a:off x="0" y="0"/>
          <a:ext cx="0" cy="0"/>
          <a:chOff x="0" y="0"/>
          <a:chExt cx="0" cy="0"/>
        </a:xfrm>
      </p:grpSpPr>
      <p:sp>
        <p:nvSpPr>
          <p:cNvPr id="75" name="Google Shape;75;p15"/>
          <p:cNvSpPr txBox="1">
            <a:spLocks noGrp="1"/>
          </p:cNvSpPr>
          <p:nvPr>
            <p:ph type="ctrTitle"/>
          </p:nvPr>
        </p:nvSpPr>
        <p:spPr>
          <a:xfrm>
            <a:off x="-1449" y="843"/>
            <a:ext cx="9139070" cy="819135"/>
          </a:xfrm>
          <a:prstGeom prst="rect">
            <a:avLst/>
          </a:prstGeom>
        </p:spPr>
        <p:txBody>
          <a:bodyPr spcFirstLastPara="1" wrap="square" lIns="91425" tIns="91425" rIns="91425" bIns="91425" anchor="b" anchorCtr="0">
            <a:normAutofit fontScale="90000"/>
          </a:bodyPr>
          <a:lstStyle/>
          <a:p>
            <a:pPr>
              <a:spcBef>
                <a:spcPts val="0"/>
              </a:spcBef>
            </a:pPr>
            <a:r>
              <a:rPr lang="en-US" dirty="0"/>
              <a:t>Presented By:</a:t>
            </a:r>
            <a:endParaRPr dirty="0"/>
          </a:p>
        </p:txBody>
      </p:sp>
      <p:sp>
        <p:nvSpPr>
          <p:cNvPr id="76" name="Google Shape;76;p15"/>
          <p:cNvSpPr txBox="1">
            <a:spLocks noGrp="1"/>
          </p:cNvSpPr>
          <p:nvPr>
            <p:ph type="subTitle" idx="1"/>
          </p:nvPr>
        </p:nvSpPr>
        <p:spPr>
          <a:xfrm>
            <a:off x="0" y="834571"/>
            <a:ext cx="9143999" cy="4308929"/>
          </a:xfrm>
          <a:prstGeom prst="rect">
            <a:avLst/>
          </a:prstGeom>
          <a:solidFill>
            <a:schemeClr val="tx1"/>
          </a:solidFill>
          <a:ln w="9525" cap="flat" cmpd="sng">
            <a:solidFill>
              <a:schemeClr val="dk1"/>
            </a:solidFill>
            <a:prstDash val="solid"/>
            <a:round/>
            <a:headEnd type="none" w="sm" len="sm"/>
            <a:tailEnd type="none" w="sm" len="sm"/>
          </a:ln>
        </p:spPr>
        <p:txBody>
          <a:bodyPr spcFirstLastPara="1" vert="horz" wrap="square" lIns="91425" tIns="91425" rIns="91425" bIns="91425" rtlCol="0" anchor="t" anchorCtr="0">
            <a:noAutofit/>
          </a:bodyPr>
          <a:lstStyle/>
          <a:p>
            <a:pPr marL="0" lvl="0" indent="0" algn="ctr" rtl="0">
              <a:spcBef>
                <a:spcPts val="0"/>
              </a:spcBef>
              <a:spcAft>
                <a:spcPts val="0"/>
              </a:spcAft>
              <a:buNone/>
            </a:pPr>
            <a:endParaRPr sz="2800" dirty="0"/>
          </a:p>
        </p:txBody>
      </p:sp>
      <p:sp>
        <p:nvSpPr>
          <p:cNvPr id="2" name="Rectangle 1">
            <a:extLst>
              <a:ext uri="{FF2B5EF4-FFF2-40B4-BE49-F238E27FC236}">
                <a16:creationId xmlns:a16="http://schemas.microsoft.com/office/drawing/2014/main" id="{6DB25319-F7C9-707F-595B-178606345F03}"/>
              </a:ext>
            </a:extLst>
          </p:cNvPr>
          <p:cNvSpPr/>
          <p:nvPr/>
        </p:nvSpPr>
        <p:spPr>
          <a:xfrm>
            <a:off x="2456304" y="1391628"/>
            <a:ext cx="3839513" cy="4708981"/>
          </a:xfrm>
          <a:prstGeom prst="rect">
            <a:avLst/>
          </a:prstGeom>
          <a:noFill/>
        </p:spPr>
        <p:txBody>
          <a:bodyPr wrap="none" lIns="91440" tIns="45720" rIns="91440" bIns="45720">
            <a:spAutoFit/>
          </a:bodyPr>
          <a:lstStyle/>
          <a:p>
            <a:pPr algn="ctr"/>
            <a:r>
              <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Tathagat Pandey</a:t>
            </a:r>
          </a:p>
          <a:p>
            <a:pPr algn="ctr"/>
            <a:r>
              <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Neha </a:t>
            </a:r>
            <a:r>
              <a:rPr lang="en-US" sz="32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Bawdekar</a:t>
            </a:r>
            <a:endPar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endParaRPr>
          </a:p>
          <a:p>
            <a:pPr algn="ctr"/>
            <a:r>
              <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Deepshikha Sarda</a:t>
            </a:r>
          </a:p>
          <a:p>
            <a:pPr algn="ctr"/>
            <a:r>
              <a:rPr lang="en-US" sz="32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Siboham</a:t>
            </a:r>
            <a:r>
              <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 </a:t>
            </a:r>
            <a:r>
              <a:rPr lang="en-US" sz="32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Pattanayak</a:t>
            </a:r>
            <a:endPar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endParaRPr>
          </a:p>
          <a:p>
            <a:pPr algn="ctr"/>
            <a:r>
              <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Brian </a:t>
            </a:r>
            <a:r>
              <a:rPr lang="en-US" sz="32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Wanzama</a:t>
            </a:r>
            <a:endPar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endParaRPr>
          </a:p>
          <a:p>
            <a:pPr algn="ctr"/>
            <a:r>
              <a:rPr lang="en-US" sz="32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Jitesh Yadav</a:t>
            </a:r>
          </a:p>
          <a:p>
            <a:pPr algn="ct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endParaRPr>
          </a:p>
          <a:p>
            <a:pPr algn="ctr"/>
            <a:endPar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3" name="Picture 2" descr="IIT Bombay - Wikipedia">
            <a:extLst>
              <a:ext uri="{FF2B5EF4-FFF2-40B4-BE49-F238E27FC236}">
                <a16:creationId xmlns:a16="http://schemas.microsoft.com/office/drawing/2014/main" id="{FE270124-72DE-2296-9A16-93EA9A2CD330}"/>
              </a:ext>
            </a:extLst>
          </p:cNvPr>
          <p:cNvPicPr>
            <a:picLocks noChangeAspect="1" noChangeArrowheads="1"/>
          </p:cNvPicPr>
          <p:nvPr/>
        </p:nvPicPr>
        <p:blipFill>
          <a:blip r:embed="rId3">
            <a:alphaModFix amt="12000"/>
            <a:extLst>
              <a:ext uri="{28A0092B-C50C-407E-A947-70E740481C1C}">
                <a14:useLocalDpi xmlns:a14="http://schemas.microsoft.com/office/drawing/2010/main" val="0"/>
              </a:ext>
            </a:extLst>
          </a:blip>
          <a:srcRect/>
          <a:stretch>
            <a:fillRect/>
          </a:stretch>
        </p:blipFill>
        <p:spPr bwMode="auto">
          <a:xfrm>
            <a:off x="2206171" y="1227786"/>
            <a:ext cx="4361543" cy="3736100"/>
          </a:xfrm>
          <a:prstGeom prst="rect">
            <a:avLst/>
          </a:prstGeom>
          <a:noFill/>
          <a:effectLst>
            <a:reflection endPos="65000" dist="508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additive="base">
                                        <p:cTn id="7" dur="1000"/>
                                        <p:tgtEl>
                                          <p:spTgt spid="7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76"/>
                                        </p:tgtEl>
                                        <p:attrNameLst>
                                          <p:attrName>style.visibility</p:attrName>
                                        </p:attrNameLst>
                                      </p:cBhvr>
                                      <p:to>
                                        <p:strVal val="visible"/>
                                      </p:to>
                                    </p:set>
                                    <p:anim calcmode="lin" valueType="num">
                                      <p:cBhvr additive="base">
                                        <p:cTn id="12" dur="1000"/>
                                        <p:tgtEl>
                                          <p:spTgt spid="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72708" name="Picture 4" descr="Thanks और Thank you में क्या अंतर होता है?">
            <a:extLst>
              <a:ext uri="{FF2B5EF4-FFF2-40B4-BE49-F238E27FC236}">
                <a16:creationId xmlns:a16="http://schemas.microsoft.com/office/drawing/2014/main" id="{38A5BD3E-CC2D-ABBC-7800-1F47599986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3999" cy="5143500"/>
          </a:xfrm>
          <a:prstGeom prst="rect">
            <a:avLst/>
          </a:prstGeom>
          <a:noFill/>
          <a:effectLst>
            <a:outerShdw blurRad="50800" dist="1206500" dir="12900000" sx="53000" sy="53000" algn="ctr" rotWithShape="0">
              <a:srgbClr val="000000">
                <a:alpha val="79000"/>
              </a:srgbClr>
            </a:outerShdw>
            <a:reflection blurRad="127000" stA="23000" endPos="48000" dist="508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693</TotalTime>
  <Words>2214</Words>
  <Application>Microsoft Office PowerPoint</Application>
  <PresentationFormat>On-screen Show (16:9)</PresentationFormat>
  <Paragraphs>205</Paragraphs>
  <Slides>60</Slides>
  <Notes>57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Century Gothic</vt:lpstr>
      <vt:lpstr>Wingdings</vt:lpstr>
      <vt:lpstr>Arial</vt:lpstr>
      <vt:lpstr>Times New Roman</vt:lpstr>
      <vt:lpstr>Calibri</vt:lpstr>
      <vt:lpstr>Roboto</vt:lpstr>
      <vt:lpstr>Wingdings 3</vt:lpstr>
      <vt:lpstr>Ion</vt:lpstr>
      <vt:lpstr>PowerPoint Presentation</vt:lpstr>
      <vt:lpstr>Problem Statement</vt:lpstr>
      <vt:lpstr>About the Dataset</vt:lpstr>
      <vt:lpstr>Glimpse of the Data   </vt:lpstr>
      <vt:lpstr>PowerPoint Presentation</vt:lpstr>
      <vt:lpstr>Univariate Data Analysis</vt:lpstr>
      <vt:lpstr>                         BMI</vt:lpstr>
      <vt:lpstr>  Charges</vt:lpstr>
      <vt:lpstr>Box-Cox Transformation</vt:lpstr>
      <vt:lpstr>PowerPoint Presentation</vt:lpstr>
      <vt:lpstr>Bivariate Exploratory Data Analysis</vt:lpstr>
      <vt:lpstr>Average Premium vs Age</vt:lpstr>
      <vt:lpstr>BMI vs Charges</vt:lpstr>
      <vt:lpstr>Number of children vs Charges</vt:lpstr>
      <vt:lpstr>Smoker vs Charges</vt:lpstr>
      <vt:lpstr>Region vs Charges</vt:lpstr>
      <vt:lpstr>Pairplot</vt:lpstr>
      <vt:lpstr>Pairplot Insights</vt:lpstr>
      <vt:lpstr>Heatmap</vt:lpstr>
      <vt:lpstr>PowerPoint Presentation</vt:lpstr>
      <vt:lpstr>PowerPoint Presentation</vt:lpstr>
      <vt:lpstr>Handling Categorical Features</vt:lpstr>
      <vt:lpstr>Handling Continuous Features </vt:lpstr>
      <vt:lpstr>Model Building</vt:lpstr>
      <vt:lpstr>Model Description</vt:lpstr>
      <vt:lpstr>Assumptions of MLRM</vt:lpstr>
      <vt:lpstr>Initial Model Building  </vt:lpstr>
      <vt:lpstr>PowerPoint Presentation</vt:lpstr>
      <vt:lpstr>PowerPoint Presentation</vt:lpstr>
      <vt:lpstr>PowerPoint Presentation</vt:lpstr>
      <vt:lpstr>Performance on Train set </vt:lpstr>
      <vt:lpstr>Fitted Model Parameters</vt:lpstr>
      <vt:lpstr>10-Fold Cross Validation</vt:lpstr>
      <vt:lpstr>Performance on 10-fold Cross Validation  </vt:lpstr>
      <vt:lpstr>Residual Plot</vt:lpstr>
      <vt:lpstr>Residual Plot Insights</vt:lpstr>
      <vt:lpstr>Stepping Towards Polynomial Regression  </vt:lpstr>
      <vt:lpstr>Inquiring for Influential Points</vt:lpstr>
      <vt:lpstr>Training Polynomial Model</vt:lpstr>
      <vt:lpstr>Performance on Train set </vt:lpstr>
      <vt:lpstr>Model Parameters</vt:lpstr>
      <vt:lpstr>Performance on Test Set </vt:lpstr>
      <vt:lpstr>Performance on 20-fold Cross Validation</vt:lpstr>
      <vt:lpstr>Residual Plot</vt:lpstr>
      <vt:lpstr>Residual Plot Insights</vt:lpstr>
      <vt:lpstr>Best Model Selection</vt:lpstr>
      <vt:lpstr>Finding the Best Model</vt:lpstr>
      <vt:lpstr>Predictors Selected by AIC,BIC &amp; Mallow’s Cp</vt:lpstr>
      <vt:lpstr>Fitting Best Model Obtained using BIC </vt:lpstr>
      <vt:lpstr>Final Model Parameters </vt:lpstr>
      <vt:lpstr>Performance of Final Model on Test Set </vt:lpstr>
      <vt:lpstr>Performance of final model on 20-fold Cross Validation  </vt:lpstr>
      <vt:lpstr>PowerPoint Presentation</vt:lpstr>
      <vt:lpstr>Linearity</vt:lpstr>
      <vt:lpstr>Multicollinearity</vt:lpstr>
      <vt:lpstr>Normality of Errors</vt:lpstr>
      <vt:lpstr>Independence of Errors &amp; Homoscedasticity</vt:lpstr>
      <vt:lpstr>Conclusion</vt:lpstr>
      <vt:lpstr>Presented By: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Jitesh Yadav</cp:lastModifiedBy>
  <cp:revision>2</cp:revision>
  <dcterms:modified xsi:type="dcterms:W3CDTF">2025-04-16T22:09:57Z</dcterms:modified>
</cp:coreProperties>
</file>